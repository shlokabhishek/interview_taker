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 Interview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FDBFE"/>
                </a:solidFill>
              </a:defRPr>
            </a:pPr>
            <a:r>
              <a:t>Revolutionizing HR Interview Process with AI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🎯 Comprehensive AI-powered interview platform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🤖 Enables HR teams to train AI avatars with their face and voice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👥 Conduct automated interviews with multiple candidates simultaneously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Automated candidate evaluation and ranking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⚡ Built with React, Vite, and TailwindCSS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🎥 Real-time video/audio recording and transcription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❌ Traditional interviews are time-consuming and resource-intensive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❌ HR teams struggle to interview multiple candidates simultaneously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❌ Inconsistent evaluation criteria across different interviewers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❌ Difficulty in scheduling and coordinating interviews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❌ Limited scalability for high-volume recruitment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❌ Manual note-taking and evaluation prone to bias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✅ AI-powered avatar trained with HR's face and voice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✅ Automated, consistent interview process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✅ Parallel interviews with unlimited candidates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✅ Real-time transcription and AI analysis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✅ Instant candidate ranking and evaluation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✅ Complete interview recordings and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🎭 AI Avatar Training - Train AI with your face images and voice samples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📝 Custom Question Sets - Create tailored interview questions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🎥 Video/Audio Recording - Capture candidate responses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🗣️ Speech-to-Text - Real-time answer transcription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AI Analysis - Automated evaluation and scoring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📈 Dashboard &amp; Analytics - Real-time insights and statistics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Interviewer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👤 AI Avatar Training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Upload face images for facial recognition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Record voice samples for speech synthesis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📅 Session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Create interview sessions with custom questions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Generate unique candidate links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👥 Candidate Tracking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View all candidates with AI-analyzed scores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Ranking based on performance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🎯 Dashboard - Real-time statistics and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Candidate Portal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🔗 Easy Registration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Join via unique interview links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Simple onboarding process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🤖 AI-Conducted Interviews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Interact with AI avatar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Video/audio response recording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📝 Real-time Transcription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Speech-to-text for all answers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Progress Tracking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Visual progress through questions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Time management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 Avatar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1️⃣ Face Recognition Training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Upload multiple face images from different angles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Uses face-api.js for facial landmark detection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2️⃣ Voice Synthesis Training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Record voice samples reading provided scripts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Train AI to replicate voice patterns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3️⃣ Avatar Configuration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Customize appearance and behavior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Set interview style and tone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4️⃣ Testing &amp; Validation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Test avatar before deploying to candidates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Interview Session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📋 Question Builder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Create custom interview questions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Set time limits per question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🔗 Candidate Link Generation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Unique, secure links for each session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Track link usage and access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⏰ Session Controls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Schedule start/end times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Set candidate limits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Session Analytics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Monitor live interview progress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View completion rates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⚛️ Frontend Framework: React 18.2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⚡ Build Tool: Vite 5.0 with HMR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🎨 Styling: TailwindCSS 3.3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🧭 Routing: React Router DOM 6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🎭 Face Recognition: face-api.js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🎤 Speech: Web Speech API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Charts: Recharts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🎬 Recording: MediaRecorder API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🎯 Icons: Lucide React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📁 Component-Based Architecture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Shared UI components for reusability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Interview-specific components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Layout components for consistent structure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🔄 Context API for State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AuthContext for authentication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InterviewContext for interview state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🛣️ Client-Side Routing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Protected routes for authenticated users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Role-based access control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🎨 Utility-First Styling with Tailwind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Authentication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🔐 Secure Registration &amp; Login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Email validation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Password strength requirements (6+ characters)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Company information tracking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👤 User Roles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Interviewer/HR role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Candidate role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🔒 Protected Routes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Role-based access control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Session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✅ Demo Accounts Available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demo@interview.pro / demo123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hr@company.com / hr123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Interview Process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1️⃣ HR creates interview session with questions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2️⃣ System generates unique candidate link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3️⃣ Candidate registers via link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4️⃣ Interview starts with AI avatar introduction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5️⃣ AI avatar asks questions one by one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6️⃣ Candidate responds via video/audio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7️⃣ Responses recorded and transcribed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8️⃣ AI analyzes answers and generates scores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9️⃣ Results displayed in HR dashboard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Real-time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🎥 Live Video Recording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MediaRecorder API for capturing responses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Support for video and audio formats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🗣️ Speech-to-Text Transcription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Web Speech API integration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Real-time answer transcription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⏱️ Timer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Visual countdown for each question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Automatic progression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Progress Indicators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Visual feedback on interview completion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Question navigation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AI-Powered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🧠 Automated Answer Evaluation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Content relevance analysis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Communication quality assessment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Scoring System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Multi-factor scoring algorithm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Weighted evaluation criteria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🏆 Candidate Ranking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Automatic ranking based on scores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Comparative analysis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💡 Insights Generation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Strengths and weaknesses identification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Improvement recommendations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Dashboard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📈 Real-time Statistics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Active interviews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Completion rates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Average scores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👥 Candidate Management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View all candidates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Filter and search capabilities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Detailed candidate profiles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Performance Metrics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Interview success rates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Time-to-completion analytics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📉 Data Visualization with Recharts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Interactive charts and graphs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Code Organization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📂 src/components/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interview/ - Interview components (VideoRecorder, AIAvatar, Timer)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layouts/ - Page layouts (InterviewerLayout, CandidateLayout)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shared/ - Reusable UI components (Button, Card, Modal, etc.)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📂 src/contexts/ - React context providers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📂 src/pages/ - Page components (auth, candidate, interviewer)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📂 src/utils/ - Helper functions and utilities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aiAnalysis.js - AI evaluation logic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mediaUtils.js - Media handling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helpers.js - General utilities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Getting Started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📋 Prerequisites: Node.js 18+ and npm 9+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🚀 Installation Steps: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1. Clone repository: git clone https://github.com/Shlokabhishek/Interview_Taker.git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2. Install dependencies: npm install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3. Start dev server: npm run dev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4. Open http://localhost:5173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🔨 Available Commands: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npm run dev - Start development server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npm run build - Build for production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npm run preview - Preview production build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Benefits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⚡ 10x faster recruitment process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💰 Reduced hiring costs by 70%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🎯 Consistent evaluation criteria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📈 Scalable to unlimited candidates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🤖 24/7 availability for interviews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🔍 Data-driven candidate insights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✅ Improved candidate experience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📊 Better hiring decisions with AI analytics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 &amp; Future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✨ Current Achievement: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Fully functional AI interview platform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Modern tech stack with React &amp; Vite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Complete interviewer and candidate portals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🚀 Future Enhancements: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Advanced NLP for deeper answer analysis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Multi-language support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Integration with ATS systems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Mobile app for candidates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Video sentiment analysis</a:t>
            </a:r>
          </a:p>
          <a:p>
            <a:pPr>
              <a:spcAft>
                <a:spcPts val="1200"/>
              </a:spcAft>
              <a:defRPr sz="1800">
                <a:solidFill>
                  <a:srgbClr val="1E293B"/>
                </a:solidFill>
              </a:defRPr>
            </a:pPr>
            <a:r>
              <a:t>  - Custom branding options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