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66" r:id="rId3"/>
    <p:sldId id="257" r:id="rId4"/>
    <p:sldId id="258" r:id="rId5"/>
    <p:sldId id="265" r:id="rId6"/>
    <p:sldId id="267" r:id="rId7"/>
    <p:sldId id="268" r:id="rId8"/>
    <p:sldId id="269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1"/>
  </p:normalViewPr>
  <p:slideViewPr>
    <p:cSldViewPr snapToGrid="0">
      <p:cViewPr>
        <p:scale>
          <a:sx n="76" d="100"/>
          <a:sy n="76" d="100"/>
        </p:scale>
        <p:origin x="-420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B9730-C9F6-4FF6-8B50-FCF72AE02E3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F8823-AA34-41D4-A511-4AA621DE4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025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7C93CC-52ED-48C6-B4FB-A900E7E71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11B921D-333D-50CF-2B5F-50703EA2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47B6255-C732-731A-6D5D-524C8FAC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5CA-C56E-4B79-B345-6747DECA69D6}" type="datetime1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E70FFB-9FFF-C54D-CB92-DD7C76B1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3BF83A-EEAB-290E-1520-6AC01A1D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4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87F3DE-B59B-D468-9D80-18B68492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36FB1B-46A5-EF58-62EF-4EE19809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1DC524-2CC0-2C3B-468E-C00BAB0B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752C-4AF0-4EE9-85A1-B21DBD4BB89D}" type="datetime1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2948345-456C-AA05-A515-6BBBE707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710BAF-1C8D-4F88-EE18-B453A45B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83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575C42-DE78-53DD-136F-59150D2C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C87743-2B36-0276-8A03-14CA76D6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A978D6-BCCB-1D2C-1000-2F874163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764F-6140-477F-A454-3F3D34240203}" type="datetime1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543F681-E556-307C-D6ED-CAF356FC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7A273AE-B717-C02D-3B1E-4E52D915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19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474996-C289-389A-E1BF-593A9F9A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4F42F4-E278-4791-D11E-FFDB59BAC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C602B1C-B5A0-2501-9653-E3C494067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7280B07-51FA-8E42-5C99-789AAE47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03EA9-0FE1-428E-9BF1-E73FB25868B8}" type="datetime1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6160E67-BCB4-0616-FF48-767B266E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1C220C6-19D8-2B09-1A2C-5F9BBEDB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9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993533-9A0C-90D5-9AE1-7255BA0C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867A3E-DC49-CC48-9A4E-8117B9F7A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31AB0ED-88D6-23A0-B987-115360EAB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B3FF49D-ED16-AD66-B8C0-AFE8F7F50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98457AC-A7E4-0AE6-ED14-694506636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1E65680-DD8E-F4B6-48D6-6204F84B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54DA-81CA-4C34-B4B9-ADBF13CF9A2F}" type="datetime1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E29BC8F-3B36-BE43-ECE4-CB51B9A4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E0264F5-9736-4798-3017-0475404D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2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36B4C6-CB9C-7951-EC6A-6DAAFA4E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49F9303-4DB1-4B53-A9FC-C5CD38CA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EAE5-D506-44E3-BB60-DF7895F20BA2}" type="datetime1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B5F2362-664B-0C06-E5D4-75987F63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5F88BF8-5054-9233-20DB-F8BEDF49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2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24FC4A0-0668-BC43-F708-FAFB42E4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60259-960B-47C1-AF74-DCE1C1EA7164}" type="datetime1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EDA49F3-5429-910B-6CFD-64AADCD6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08F0B88-2976-620B-D8A7-6DE3CEB2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61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756615-122C-071B-9D07-CB565257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DD6A46-61CB-D8FA-5931-66EA08FF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014B0D0-3954-D9F2-C44D-74CEF4DD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A3C5148-B824-70C1-8C2E-8D337459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A713-0448-4F63-9C33-ED8C7BB35085}" type="datetime1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9286C04-AE0C-1178-E2BF-1CB11861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BEE7EE5-815C-5D97-9429-D127432B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947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CC379A-7620-BB0F-FDFF-5F9F916F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A2450FC-E7A1-427A-25DD-8CFD6E6BA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55C33BA-FB99-F801-ECB9-00DD7F2F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8179DE2-603C-C4A3-DCDE-95501EBC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E8E8-5B35-4CF3-A0F2-3702D3D28B0C}" type="datetime1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0793BAF-054D-5120-C069-20445382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62A7752-D2C5-1C0F-0B4C-0B60089A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9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0E930B-7FC8-2C11-E7AC-DE704263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EFF5B1D-0F8B-9CDD-59CF-F7ADA2CE2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AF2378D-FF98-B657-2A71-2A5ADFD3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3E3C-862D-4834-9AEC-9FAE86CCA9D4}" type="datetime1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3CD4ECC-19A9-49D1-E9E2-0C3CBFD7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8E46F1-6445-82E9-D8EA-08312C82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8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EAA7C89-8CE2-5D35-3495-047CA3FC5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9B9D066-3587-2D12-A5F5-A7C3F68C4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58E5C5-6769-9126-2E0F-3FB93300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694A-4CD2-435A-9C19-498AACE9B7CE}" type="datetime1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F6B0E7-5DF9-11F1-3B40-72CF29CE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BAC463-1A33-4D06-A923-EEF0DFFD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87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B9A1504-9D04-CA0B-0E4B-102DECCD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3E0B7B-794B-93E1-8EA3-9BAD67048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F12337F-45D4-4479-7099-024B6F16E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A840D-BDC6-494C-91E1-A142606BF42F}" type="datetime1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DBFC6F-C109-61BA-DCDD-A4026C5E7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E14C3E-C350-8990-463F-4B8085837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07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xmlns="" id="{D1942232-83D0-49E2-AF9B-1F97E3C1EF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E9E70D72-6E23-4015-A4A6-85C120C191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1AE5121-AEBF-F1E8-8A0C-1B576693E7BA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INNOVATE BHARAT HACKATHON 2026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C28A977F-B603-4D81-B0FC-C8DE048A79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0183CE8C-E039-4B2F-A36E-5FD5CD5DE19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3EB77281-FAB4-40D0-B3F3-264EC4AB20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815E59F3-75FC-494F-8737-5F00A4964F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43ADDCFA-B066-4D79-AB71-062E66E58F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02F6A545-7889-EE7D-B819-8344E089B4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6B5146A-EBD6-B1B2-C76F-054DAC334AA2}"/>
              </a:ext>
            </a:extLst>
          </p:cNvPr>
          <p:cNvSpPr txBox="1"/>
          <p:nvPr/>
        </p:nvSpPr>
        <p:spPr>
          <a:xfrm>
            <a:off x="2566796" y="2679747"/>
            <a:ext cx="6043803" cy="3227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TRACKS: 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AI &amp; Intelligent Systems (AIIS)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Web app and software Innovation (WASI)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Cybersecurity and Block Chain (CSBC)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Data Science and Smart Analysis (DSSA)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Social Impact and Smart India Solutions (SISIS)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School Student Innovation (SCHII)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AEED24-D842-C3E8-2E3F-564DB8F6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C78D9229-E61D-4FEE-8321-2F8B64A8CAD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1FDD3CCB-26A3-4D79-AEB6-7A60CF980DC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E9AC4470-5113-4709-B29F-CDB937F254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3E0D146C-9DAB-421E-AE88-5F854BF3F7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xmlns="" id="{12EB32A5-4408-4F6C-84B2-F9A908237A6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9F52A71C-44A3-2F37-D0DE-AAB637FE9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4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80BB20B-F698-9029-3C89-1809ECA9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xmlns="" id="{3C78AD1F-4F7B-81CC-FEBE-4670D5A43A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6C05ADC-EBCA-9F88-FC1E-077C36C3E6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F2E365C-4DAD-96E1-BD5C-0EE3EAD6BF1B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/>
              <a:t>Title of Your Project</a:t>
            </a:r>
            <a:endParaRPr lang="en-US" sz="36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CCB70DC0-DEF5-82D2-84D3-5090BDF0D2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70B99616-C896-F10A-6A37-6619B94F8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91DB4322-2DFB-A6A7-E968-ECB11ECE405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BB5A62EA-7B6B-AB02-6DA3-10823E7C5C6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29BCEA99-BAB3-D646-3C26-C6E0E54281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472C507D-9272-1AE0-5DF9-F12A9CB20E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0C8108A-C924-47FE-071A-B6C1E0E3B382}"/>
              </a:ext>
            </a:extLst>
          </p:cNvPr>
          <p:cNvSpPr txBox="1"/>
          <p:nvPr/>
        </p:nvSpPr>
        <p:spPr>
          <a:xfrm>
            <a:off x="4329874" y="2597660"/>
            <a:ext cx="3529204" cy="831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Team Name: ABC</a:t>
            </a:r>
          </a:p>
          <a:p>
            <a:pPr algn="ctr"/>
            <a:r>
              <a:rPr lang="en-US" dirty="0"/>
              <a:t>Team ID:  (Sample)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3857BA8-6A88-2C40-6D15-F60E248A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F0173917-5C1C-82AB-6142-EB886DC6EE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EC858B04-B12F-1D0A-121A-346F95B99B6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B504C547-3367-766C-837A-A78935C9AF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F5FD4B83-38EE-F5C8-A96F-D32BF29FD0E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xmlns="" id="{75009BB2-8F7B-D699-BD61-2727F0F203A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3156E695-F4ED-A550-9B6B-36EEB0848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EB0F3D4-715A-9B70-76F8-0B1A410BD936}"/>
              </a:ext>
            </a:extLst>
          </p:cNvPr>
          <p:cNvSpPr txBox="1"/>
          <p:nvPr/>
        </p:nvSpPr>
        <p:spPr>
          <a:xfrm>
            <a:off x="1381321" y="368038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Team Members:</a:t>
            </a:r>
          </a:p>
          <a:p>
            <a:pPr algn="l"/>
            <a:r>
              <a:rPr lang="en-IN" dirty="0"/>
              <a:t>1.</a:t>
            </a:r>
          </a:p>
          <a:p>
            <a:pPr algn="l"/>
            <a:r>
              <a:rPr lang="en-IN" dirty="0"/>
              <a:t>2.</a:t>
            </a:r>
          </a:p>
          <a:p>
            <a:pPr algn="l"/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2939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97C1B8-6662-5502-4089-9DEA9AE8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B606C71-BB9E-D39E-2E01-6947D286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3</a:t>
            </a:fld>
            <a:r>
              <a:rPr lang="en-IN" dirty="0"/>
              <a:t> W</a:t>
            </a:r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5F4F79DF-9767-E5A8-8AF3-F6335318A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xmlns="" id="{57521C2D-0A12-0BE0-D27F-A64EC882E1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C633C47-0227-5277-1FFA-57C12A05F8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99EBEFD-2238-7C2F-DF28-B09B2A460C30}"/>
              </a:ext>
            </a:extLst>
          </p:cNvPr>
          <p:cNvSpPr txBox="1"/>
          <p:nvPr/>
        </p:nvSpPr>
        <p:spPr>
          <a:xfrm>
            <a:off x="4171901" y="367607"/>
            <a:ext cx="3844144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latin typeface="+mj-lt"/>
                <a:ea typeface="+mj-ea"/>
                <a:cs typeface="+mj-cs"/>
              </a:rPr>
              <a:t>Problem Statement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C11F4149-52B1-AB05-4DBF-9B5E328616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9" name="Freeform: Shape 20">
              <a:extLst>
                <a:ext uri="{FF2B5EF4-FFF2-40B4-BE49-F238E27FC236}">
                  <a16:creationId xmlns:a16="http://schemas.microsoft.com/office/drawing/2014/main" xmlns="" id="{C4F8C0D9-4C65-56AE-4144-C9CD551DE99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21">
              <a:extLst>
                <a:ext uri="{FF2B5EF4-FFF2-40B4-BE49-F238E27FC236}">
                  <a16:creationId xmlns:a16="http://schemas.microsoft.com/office/drawing/2014/main" xmlns="" id="{05478CF4-30DD-6522-6898-A1FBC9668F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22">
              <a:extLst>
                <a:ext uri="{FF2B5EF4-FFF2-40B4-BE49-F238E27FC236}">
                  <a16:creationId xmlns:a16="http://schemas.microsoft.com/office/drawing/2014/main" xmlns="" id="{EC383C5F-8D6C-0C91-7F35-C78C36895F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23">
              <a:extLst>
                <a:ext uri="{FF2B5EF4-FFF2-40B4-BE49-F238E27FC236}">
                  <a16:creationId xmlns:a16="http://schemas.microsoft.com/office/drawing/2014/main" xmlns="" id="{2AE493C0-FED7-A378-B4F2-739979AB13C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17FA03F5-F4BF-E184-6040-856156AE1C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xmlns="" id="{8CA6072C-462B-7E98-EF93-005F337ED60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845E4D8B-36E6-F1FE-5E67-E097BFFEC7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7" name="Freeform: Shape 26">
              <a:extLst>
                <a:ext uri="{FF2B5EF4-FFF2-40B4-BE49-F238E27FC236}">
                  <a16:creationId xmlns:a16="http://schemas.microsoft.com/office/drawing/2014/main" xmlns="" id="{194A745E-CF17-8242-AAC1-CFD911AD49F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27">
              <a:extLst>
                <a:ext uri="{FF2B5EF4-FFF2-40B4-BE49-F238E27FC236}">
                  <a16:creationId xmlns:a16="http://schemas.microsoft.com/office/drawing/2014/main" xmlns="" id="{0B68D38B-937C-ADE3-3B5F-1BBD3AD714E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xmlns="" id="{036A3A8D-E06A-449C-6C90-F84B9E8A20C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: Shape 29">
              <a:extLst>
                <a:ext uri="{FF2B5EF4-FFF2-40B4-BE49-F238E27FC236}">
                  <a16:creationId xmlns:a16="http://schemas.microsoft.com/office/drawing/2014/main" xmlns="" id="{38AF1577-067B-B497-7804-C17FA4C22F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Picture 20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5C19E2A6-1141-C824-F2BF-D2BFCF09C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151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78E274-C627-E80A-CF40-A772916C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BFB5FD9-1F5F-5F84-88D9-A72F013C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4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1881C505-F0BD-25E8-FD3B-3295A5E31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2617EDC7-637D-2183-3E37-C6BECCCACC9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7CE7E5F9-EB5C-2C3D-7B75-4D4DDE0494D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4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B683A6EE-89A4-6714-8511-0ED76F47C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237A484D-D11F-0B17-F111-F76FB0BE0F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66A39220-2E5E-9225-03C7-7D31CE8FE2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05091E1-2002-C3EF-AD14-30B2F7142842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latin typeface="+mj-lt"/>
                <a:ea typeface="+mj-ea"/>
                <a:cs typeface="+mj-cs"/>
              </a:rPr>
              <a:t>Proposed Solution/Idea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A61F2F74-3A1F-1FC4-F4D1-EDAA57D68A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xmlns="" id="{0F18D0D6-2A36-D31D-D9D1-5A6DF35D51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xmlns="" id="{DC2468D4-3664-2D33-9388-48C1EEA509C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xmlns="" id="{FD6F78CC-57EB-00F3-78A1-5BE0F030D6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xmlns="" id="{24639984-D9DD-7D44-7846-ED71B459802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B6E4A9D6-5D70-4F8A-0423-C0154E804D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xmlns="" id="{B48891F8-A067-286D-FFC5-F283B06FA60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A87BD122-45D1-5D24-39BA-6BA0631D30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xmlns="" id="{A95D2445-22C7-5060-1017-16E390802BC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xmlns="" id="{0492B89D-0873-485F-2316-F176A2096A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xmlns="" id="{229C523E-42B0-8B62-1C8A-756271BADC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xmlns="" id="{C36ADEC2-9229-4261-1704-0441B691B58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2ADC4BFE-1AB8-DA1A-99B3-25B4C716E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0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B6D30F-10BD-514E-7C2C-CABF8E09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30D5E0-65C4-2D79-C240-6F35388C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294B8DF-4E89-6DB0-A717-08CB3CAD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8B5C77F5-55DB-01EC-2CEB-E7D2570000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156B15E6-66C7-8C8F-55E9-2270E947AB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446C2E2F-CC94-B1E1-450B-FEC3325BA65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5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54B53E9A-85E5-FD12-E25C-7D74D0CCB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847E2899-E97A-85D0-444F-D069DC5C07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D98DAE5-57C9-1062-38D4-F5D8E25920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2604CEB-AD09-ADB6-0862-0ADFFB82A844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Innovation &amp; Uniqueness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B7ADCBCC-8F45-37BD-DEE5-29084AD9D4D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xmlns="" id="{AABF1DC9-A94A-61AB-5C74-C79B5CA908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xmlns="" id="{A03C9544-ED11-2412-FD24-285C67687ED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xmlns="" id="{5EDEE767-488B-1174-0772-46A5D123F4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xmlns="" id="{C4ECB3AC-B40D-3ED9-C7E7-76A4D0B6FCB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A0DA2E88-67C5-2FCA-3DE1-4F730134BD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xmlns="" id="{37511144-1C96-849F-67EF-9F96E909845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F3FD04D1-E8CD-C58A-C032-845D9E8DC2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xmlns="" id="{8F56B301-92D9-0147-A14C-E6A5F95B563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xmlns="" id="{F63F0C9E-F01D-E8A5-E3D2-6E57765F18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xmlns="" id="{4A8062F2-6D93-3D81-617D-BAD8846373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xmlns="" id="{A7400B5D-5F6F-9D51-3A29-BE50D9A103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2EE08080-4909-1A84-D501-9A12BB0A0C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338FB9-46E2-C60C-92BF-22CDB5C9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314F5E-09E4-89B4-39EB-7556D28E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857143B-C875-A4A1-E58E-319DCF09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6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BBB029A8-98E0-4E57-80DD-6D36B04F4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2970DF77-BE14-CE10-0B50-6191FB44B6A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0ED8712E-6DF1-09B5-902D-9AF580CECD5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6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D9DEF76F-CBFB-1ABB-0620-66518FD34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319EC2AC-5B66-5A6F-B955-120E873F4C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68774A5-3983-068B-F32E-8D20AF02CA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D63535A-4715-6023-8F45-4697755BE93E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Technology Used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BE005E67-F019-51A5-34EF-25901F9E15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xmlns="" id="{DEF9EA64-B8A6-6D34-CDF3-C252EA242A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xmlns="" id="{F5E976EA-8480-23C8-DDB2-E4E959D99F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xmlns="" id="{09BC0516-0B22-65CF-2A7B-5B7B325E44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xmlns="" id="{982F7E74-CC9C-4776-1C91-75D14D576BC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A1F267AE-7039-7AAA-610C-B932FCC04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xmlns="" id="{67304840-A971-834E-F7D8-973EE146378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A3CD3C47-FB45-34FD-67BB-14947EAE64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xmlns="" id="{623FF4FB-E123-1FBD-1E9C-66CFCE3663F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xmlns="" id="{579BD904-6C3E-E11F-7070-EEC4F04084E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xmlns="" id="{48D44DE1-C7FC-D524-9BC8-37489EF045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xmlns="" id="{939ECBD1-5700-7DF0-71AC-4187AAAA20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6CCD3785-85D3-171F-7854-C97494395D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67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8822F5-6D7D-4227-85D7-16B67B05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4500E9-734C-CAA0-17FE-17689353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7922EA4-B1F6-34D3-5626-416BFEC9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3CC82AE6-9D2A-2D88-F491-8203880CCB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A065C8CE-28F6-0C6B-338C-C3B5B298F96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649D56B7-D53C-011E-2F3F-D5AD326BEFE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7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E64D2BE9-CE4D-7481-3EE6-3ABA5F7F9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FED1D958-30C5-BFBB-4704-8AA5760A38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F8B59F7-E15D-2790-BD01-92549C8BDE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6DC28E2-5885-1FB9-C717-8250B26F451A}"/>
              </a:ext>
            </a:extLst>
          </p:cNvPr>
          <p:cNvSpPr txBox="1"/>
          <p:nvPr/>
        </p:nvSpPr>
        <p:spPr>
          <a:xfrm>
            <a:off x="3436884" y="367607"/>
            <a:ext cx="4885984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Features &amp; Functionalities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CA18811A-4F8E-2836-EF90-7221277EF3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xmlns="" id="{E2B4672F-F1C3-2CFE-B3D1-6509F2ED93F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xmlns="" id="{CC37C06D-DFF9-BC83-B432-49605D4FF1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xmlns="" id="{5CA88AC1-9155-569A-E5BF-6E8E1C824B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xmlns="" id="{7AA4055F-FF3F-644A-E624-DD0C525670F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58A6E750-84CF-ABE6-EFC6-FB0465DF5B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xmlns="" id="{75C741BE-C4AB-E613-A2EB-9F3D7D425B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AEE57456-7DB2-D9E0-3DC1-538B620CB1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xmlns="" id="{6ADB1A64-E449-E424-9C0D-1AF876BDF3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xmlns="" id="{552BB634-DB1D-6842-4281-027496EA2BB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xmlns="" id="{BBD6908A-5E17-7977-6487-318FB3DA3C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xmlns="" id="{01A557D7-B7C4-85B2-1FB2-6EA251876B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6F93DC9F-B0C2-003C-927D-41C7D7DB01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3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8B8961-0E57-6CF4-6A2E-6E3844CE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3BF5FA-4F07-3415-25E3-C29F21EF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588901C-CFCA-5956-3989-DB48B37B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808F960A-289C-591A-BEEA-F0564F0CC1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CF7CB260-476E-D58E-6C85-22C5CE0DCD3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6CA2909C-E433-498A-659E-70C518245CC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8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xmlns="" id="{42675280-1BA9-C78D-15BD-C603CC170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3E0B5CAE-859F-2E56-77C1-EEF4164DD0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C52D47E-A735-DAB0-DB53-2B7823EA2B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1126AD-F670-1E1A-0DD5-7E5F8DE779B0}"/>
              </a:ext>
            </a:extLst>
          </p:cNvPr>
          <p:cNvSpPr txBox="1"/>
          <p:nvPr/>
        </p:nvSpPr>
        <p:spPr>
          <a:xfrm>
            <a:off x="3436883" y="367607"/>
            <a:ext cx="5776065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Implementation Plan / Roadmap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4B08DE12-9223-0B45-7844-C8442188B0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xmlns="" id="{C6B389A5-57A1-5BDD-19D5-935489A75D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xmlns="" id="{D47C928B-E00F-1E52-C717-07A5AAF0256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xmlns="" id="{7CA94AD0-2C13-149F-27C4-C1BF48D92C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xmlns="" id="{81292ABA-6799-0521-BC93-F47A7A14569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52C4D73F-1345-3CA9-C6C5-8928CA105E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xmlns="" id="{06788EA6-29B6-4A1B-6379-A0B95808548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064AE98E-B324-7FD5-5724-C47113E825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xmlns="" id="{93A260AE-0C5C-4CC3-70C4-9D528AE9D8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xmlns="" id="{F824AC28-C4B1-F6B1-6402-A3E6B78AFF7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xmlns="" id="{1E9727E5-F04D-5242-381E-4D642EBCFF1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xmlns="" id="{E7132A91-975B-8373-609C-1F7963E8D47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xmlns="" id="{62CCCF5C-DE08-D2D7-6A05-49C3680CB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82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58B3AE-D78E-2DFA-3544-ACC07E1F4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DD390EE-1A10-9044-4D2A-E7987842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9</a:t>
            </a:fld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192C1A7F-F8E0-0AFD-7993-6C1FDECBCA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9876" y="1320997"/>
            <a:ext cx="11029335" cy="5035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Participants must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the official PPT template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provided by the organizing committee for idea submission.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presentation should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clear, well-structured, and limited to the recommended number of slides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mentioned in the template.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Teams must ensure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 required sections are properly included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the presentation.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content of the PPT must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original and created by the team members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Any form of plagiarism may lead to disqualification.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readable fonts, proper headings, and relevant visuals (charts, diagrams, flowcharts)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explain the idea effectively.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PPT file should be submitted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.pptx or .pdf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using the prescribed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file naming convention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TeamName_ProjectTitle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Teams must ensure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 information provided in the presentation is accurate and relevant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the selected hackathon theme.</a:t>
            </a:r>
          </a:p>
        </p:txBody>
      </p:sp>
    </p:spTree>
    <p:extLst>
      <p:ext uri="{BB962C8B-B14F-4D97-AF65-F5344CB8AC3E}">
        <p14:creationId xmlns:p14="http://schemas.microsoft.com/office/powerpoint/2010/main" val="84030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288</Words>
  <Application>Microsoft Office PowerPoint</Application>
  <PresentationFormat>Custom</PresentationFormat>
  <Paragraphs>60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Problem Statement</vt:lpstr>
      <vt:lpstr>Proposed Solution / Idea</vt:lpstr>
      <vt:lpstr>Proposed Solution / Idea</vt:lpstr>
      <vt:lpstr>Proposed Solution / Idea</vt:lpstr>
      <vt:lpstr>Proposed Solution / Idea</vt:lpstr>
      <vt:lpstr>Proposed Solution / Idea</vt:lpstr>
      <vt:lpstr>Guidelines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khushwant virdi</dc:creator>
  <cp:lastModifiedBy>admin</cp:lastModifiedBy>
  <cp:revision>4</cp:revision>
  <dcterms:created xsi:type="dcterms:W3CDTF">2025-09-03T04:31:11Z</dcterms:created>
  <dcterms:modified xsi:type="dcterms:W3CDTF">2026-03-13T11:57:06Z</dcterms:modified>
</cp:coreProperties>
</file>