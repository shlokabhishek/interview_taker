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AI Interview Platform</a:t>
            </a:r>
          </a:p>
          <a:p>
            <a:pPr>
              <a:spcBef>
                <a:spcPts val="1000"/>
              </a:spcBef>
              <a:defRPr sz="1900">
                <a:solidFill>
                  <a:srgbClr val="C7D2FE"/>
                </a:solidFill>
              </a:defRPr>
            </a:pPr>
            <a:r>
              <a:t>An AI-Driven Automated Interview Platform with Avatar-Based Candidate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10241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Research-Focused Presentation</a:t>
            </a:r>
          </a:p>
          <a:p>
            <a:pPr>
              <a:spcBef>
                <a:spcPts val="800"/>
              </a:spcBef>
              <a:defRPr sz="1200">
                <a:solidFill>
                  <a:srgbClr val="BFDBFE"/>
                </a:solidFill>
              </a:defRPr>
            </a:pPr>
            <a:r>
              <a:t>Title, Abstract, Introduction, Objectives, Existing System, and Research Gaps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Prepared from the existing project report and research paper.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Research Summary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Presents a web-based AI interview platform for scalable and consistent asynchronous hiring.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Combines a React single-page frontend with a serverless backend and LLM-powered evaluation.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Introduces a personalized AI interviewer avatar trained from HR face images and voice samples.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Uses TTS, STT, semantic response scoring, and candidate ranking for automated assessment.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Includes phone-usage detection and a local fallback analyzer to preserve reliability during AI service outages.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Problem Context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Traditional interviews are time-consuming, difficult to scale, and prone to interviewer bias.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Remote hiring increases candidate volume and makes scheduling and evaluation consistency harder.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Recent NLP and LLM advances enable automatic question generation and response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Why This Work Matters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Many current automated tools feel impersonal because they rely on forms or chat-style interfaces.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That weakens soft-skill assessment and reduces the realism of the interview experience.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This work aims to make AI interviewing more human-like while keeping the process scalable and objective.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Primary Objectives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Develop a full-stack automated interview platform for interviewer and candidate workflows.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Create a personalized AI avatar to deliver questions in a more natural interview format.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Generate role-specific and resume-aware interview questions automatically.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Score responses across relevance, accuracy, confidence, keyword coverage, and professional skills.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Operational Objectives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Record video, audio, and transcripts for review and ranking.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Detect possible phone usage during interviews using lightweight client-side vision heuristics.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Maintain service continuity with a rule-based fallback when external AI APIs are unavailable.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Existing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Current Approaches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Manual interviews depend heavily on human availability, scheduling, and subjective judgment.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Structured interview systems improve consistency but still require significant interviewer effort.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Earlier automated tools often used fixed question banks and keyword matching.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Modern AI interview tools may analyze answers semantically, but many still provide limited interaction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Limitations of Existing Systems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Low humanization: candidates often interact with static forms or simple bots.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Limited soft-skill observation compared with realistic conversational interviewing.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Scalability improves, but fairness and engagement can still vary across platforms.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Most systems do not combine avatar personalization, integrity checks, and resilient fallback behavior in one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Research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Identified Gaps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Personalized interviewer avatars are still underexplored in the recruitment domain.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There is a gap between scalable automation and a realistic human-like interview experience.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Many systems evaluate content but do not integrate integrity monitoring into the same platform.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Reliability during third-party AI outages is often overlooked in research prototypes.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Gap Addressed by This Project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Brings avatar-based interaction, automated scoring, media capture, and ranking into one system.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Adds client-side phone-use detection to strengthen interview trustworthiness.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Introduces graceful degradation through local rule-based analysis when the LLM is unavailable.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Shows a practical design path for scalable, engaging, and robust AI-assisted hiring.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Conclusion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Takeaway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The proposed platform addresses key limitations of traditional and existing automated interview systems.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It balances scalability, objectivity, engagement, and operational resilience.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The research gap is centered on humanized AI interviewing with dependable evaluation and integrity support.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This presentation can be used as a concise review deck for the project report or viva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