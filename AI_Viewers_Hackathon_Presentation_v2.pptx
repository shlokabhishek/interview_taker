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6" r:id="rId3"/>
    <p:sldId id="257" r:id="rId4"/>
    <p:sldId id="258" r:id="rId5"/>
    <p:sldId id="265" r:id="rId6"/>
    <p:sldId id="267" r:id="rId7"/>
    <p:sldId id="268" r:id="rId8"/>
    <p:sldId id="26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E5121-AEBF-F1E8-8A0C-1B576693E7BA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INNOVATE BHARAT HACKATHON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02F6A545-7889-EE7D-B819-8344E089B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B5146A-EBD6-B1B2-C76F-054DAC334AA2}"/>
              </a:ext>
            </a:extLst>
          </p:cNvPr>
          <p:cNvSpPr txBox="1"/>
          <p:nvPr/>
        </p:nvSpPr>
        <p:spPr>
          <a:xfrm>
            <a:off x="2566796" y="2679747"/>
            <a:ext cx="6043803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TRACKS: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AI &amp; Intelligent Systems (AIIS)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Web app and software Innovation (WASI)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Cybersecurity and Block Chain (CSBC)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Data Science and Smart Analysis (DSSA)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Social Impact and Smart India Solutions (SISIS)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School Student Innovation (SCHII)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ED24-D842-C3E8-2E3F-564DB8F6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9F52A71C-44A3-2F37-D0DE-AAB637FE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AI Interview Platform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Team Name:  | Team ID: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Team Members:</a:t>
            </a:r>
          </a:p>
          <a:p>
            <a:r>
              <a:t>1.</a:t>
            </a:r>
          </a:p>
          <a:p>
            <a: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7521C2D-0A12-0BE0-D27F-A64EC882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33C47-0227-5277-1FFA-57C12A05F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1F4149-52B1-AB05-4DBF-9B5E32861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C4F8C0D9-4C65-56AE-4144-C9CD551DE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id="{05478CF4-30DD-6522-6898-A1FBC9668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id="{EC383C5F-8D6C-0C91-7F35-C78C3689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id="{2AE493C0-FED7-A378-B4F2-739979AB1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5E4D8B-36E6-F1FE-5E67-E097BFFEC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194A745E-CF17-8242-AAC1-CFD911AD4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id="{0B68D38B-937C-ADE3-3B5F-1BBD3AD71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036A3A8D-E06A-449C-6C90-F84B9E8A2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38AF1577-067B-B497-7804-C17FA4C22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0000" y="138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Current Hiring Problems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000" y="1760000"/>
            <a:ext cx="9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- Manual interviews take too much recruiter time</a:t>
            </a:r>
          </a:p>
          <a:p>
            <a:r>
              <a:t>- Different interviewers create inconsistent evaluation</a:t>
            </a:r>
          </a:p>
          <a:p>
            <a:r>
              <a:t>- Scheduling slows the shortlist process</a:t>
            </a:r>
          </a:p>
          <a:p>
            <a:r>
              <a:t>- High-volume recruitment is difficult to scale</a:t>
            </a:r>
          </a:p>
          <a:p>
            <a:r>
              <a:t>- Feedback and ranking are delayed for decision makers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0000" y="4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Impact: slower hiring pipeline, higher screening effort, and uneven candidate assessment.</a:t>
            </a:r>
          </a:p>
        </p:txBody>
      </p:sp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A484D-D11F-0B17-F111-F76FB0BE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9220-2E5E-9225-03C7-7D31CE8F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091E1-2002-C3EF-AD14-30B2F7142842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Proposed Solution/Idea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1F2F74-3A1F-1FC4-F4D1-EDAA57D68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0F18D0D6-2A36-D31D-D9D1-5A6DF35D5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C2468D4-3664-2D33-9388-48C1EEA50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FD6F78CC-57EB-00F3-78A1-5BE0F030D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24639984-D9DD-7D44-7846-ED71B459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BD122-45D1-5D24-39BA-6BA0631D3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A95D2445-22C7-5060-1017-16E390802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0492B89D-0873-485F-2316-F176A209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229C523E-42B0-8B62-1C8A-756271BAD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C36ADEC2-9229-4261-1704-0441B691B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000" y="125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Interview Flow Chart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000" y="1850000"/>
            <a:ext cx="1500000" cy="700000"/>
          </a:xfrm>
          <a:prstGeom prst="roundRect">
            <a:avLst/>
          </a:prstGeom>
          <a:solidFill>
            <a:srgbClr val="225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HR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0000" y="2020000"/>
            <a:ext cx="1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10000" y="1850000"/>
            <a:ext cx="1500000" cy="700000"/>
          </a:xfrm>
          <a:prstGeom prst="roundRect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Create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0000" y="2020000"/>
            <a:ext cx="1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0000" y="1850000"/>
            <a:ext cx="1500000" cy="700000"/>
          </a:xfrm>
          <a:prstGeom prst="roundRect">
            <a:avLst/>
          </a:prstGeom>
          <a:solidFill>
            <a:srgbClr val="FF8F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Share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0000" y="2020000"/>
            <a:ext cx="1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-&gt;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0000" y="1850000"/>
            <a:ext cx="1500000" cy="700000"/>
          </a:xfrm>
          <a:prstGeom prst="roundRect">
            <a:avLst/>
          </a:prstGeom>
          <a:solidFill>
            <a:srgbClr val="8E24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AI Interview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2700" y="1726432"/>
            <a:ext cx="1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rPr dirty="0"/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85847" y="1810948"/>
            <a:ext cx="1500000" cy="700000"/>
          </a:xfrm>
          <a:prstGeom prst="roundRect">
            <a:avLst/>
          </a:prstGeom>
          <a:solidFill>
            <a:srgbClr val="C628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Score &amp; 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0000" y="3150000"/>
            <a:ext cx="9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Solution Summary: The platform lets recruiters train an AI avatar, build question sets, send interview links, record candidate answers, and automatically generate evaluation-ready results.</a:t>
            </a:r>
          </a:p>
        </p:txBody>
      </p:sp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7E2899-E97A-85D0-444F-D069DC5C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8DAE5-57C9-1062-38D4-F5D8E259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04CEB-AD09-ADB6-0862-0ADFFB82A844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DCBCC-8F45-37BD-DEE5-29084AD9D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AABF1DC9-A94A-61AB-5C74-C79B5CA90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03C9544-ED11-2412-FD24-285C67687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EDEE767-488B-1174-0772-46A5D123F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C4ECB3AC-B40D-3ED9-C7E7-76A4D0B6F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FD04D1-E8CD-C58A-C032-845D9E8D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8F56B301-92D9-0147-A14C-E6A5F95B5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63F0C9E-F01D-E8A5-E3D2-6E57765F1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A8062F2-6D93-3D81-617D-BAD884637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A7400B5D-5F6F-9D51-3A29-BE50D9A10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300000"/>
            <a:ext cx="3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Core Algorithms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700000"/>
            <a:ext cx="9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1. Keyword Matching Algorithm: compares answer text with expected role keywords.</a:t>
            </a:r>
          </a:p>
          <a:p>
            <a:r>
              <a:t>2. Relevance Scoring Algorithm: measures overlap between question terms and candidate response.</a:t>
            </a:r>
          </a:p>
          <a:p>
            <a:r>
              <a:t>3. Confidence Scoring Algorithm: evaluates confidence phrases and response length.</a:t>
            </a:r>
          </a:p>
          <a:p>
            <a:r>
              <a:t>4. Weighted Overall Score Algorithm: combines relevance, accuracy, confidence, and keyword score.</a:t>
            </a:r>
          </a:p>
          <a:p>
            <a:r>
              <a:t>5. Candidate Ranking Algorithm: sorts candidates by overall score for recruiter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0000" y="4250000"/>
            <a:ext cx="93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Uniqueness: the system joins avatar-led interviewing, response recording, live transcription, and rule-based AI scoring in one workflow instead of separate HR tools.</a:t>
            </a:r>
          </a:p>
        </p:txBody>
      </p:sp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9EC2AC-5B66-5A6F-B955-120E873F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74A5-3983-068B-F32E-8D20AF02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Technology Used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005E67-F019-51A5-34EF-25901F9E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DEF9EA64-B8A6-6D34-CDF3-C252EA242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F5E976EA-8480-23C8-DDB2-E4E959D99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09BC0516-0B22-65CF-2A7B-5B7B325E4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982F7E74-CC9C-4776-1C91-75D14D576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CD3C47-FB45-34FD-67BB-14947EAE6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23FF4FB-E123-1FBD-1E9C-66CFCE36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79BD904-6C3E-E11F-7070-EEC4F0408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8D44DE1-C7FC-D524-9BC8-37489EF04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939ECBD1-5700-7DF0-71AC-4187AAAA2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20000"/>
            <a:ext cx="9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React 18, Vite, Tailwind CSS, React Router DOM, Recharts, face-api.js,</a:t>
            </a:r>
          </a:p>
          <a:p>
            <a:r>
              <a:t>Web Speech API, MediaRecorder API, Lucide React, Context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0000" y="27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Project Modules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0000" y="3070000"/>
            <a:ext cx="93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t>Modules: AuthContext, InterviewContext, AIAvatar, VideoRecorder, SpeechToText, Timer,</a:t>
            </a:r>
          </a:p>
          <a:p>
            <a:r>
              <a:t>CandidateRegistration, InterviewRoom, Dashboard, Sessions, CreateSession, Candidates,</a:t>
            </a:r>
          </a:p>
          <a:p>
            <a:r>
              <a:t>aiAnalysis.js, mediaUtils.js, helpers.js</a:t>
            </a:r>
          </a:p>
        </p:txBody>
      </p:sp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D1D958-30C5-BFBB-4704-8AA5760A3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B59F7-E15D-2790-BD01-92549C8BD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488598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18811A-4F8E-2836-EF90-7221277E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E2B4672F-F1C3-2CFE-B3D1-6509F2ED9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CC37C06D-DFF9-BC83-B432-49605D4FF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CA88AC1-9155-569A-E5BF-6E8E1C824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7AA4055F-FF3F-644A-E624-DD0C52567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57456-7DB2-D9E0-3DC1-538B620C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ADB1A64-E449-E424-9C0D-1AF876BDF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52BB634-DB1D-6842-4281-027496EA2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BBD6908A-5E17-7977-6487-318FB3DA3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01A557D7-B7C4-85B2-1FB2-6EA25187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80000"/>
            <a:ext cx="26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rPr sz="2200" dirty="0"/>
              <a:t>Functional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50000"/>
            <a:ext cx="9300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rPr sz="2200" dirty="0"/>
              <a:t>- Authentication Module: user login and role handling</a:t>
            </a:r>
          </a:p>
          <a:p>
            <a:r>
              <a:rPr sz="2200" dirty="0"/>
              <a:t>- Session Management Module: create, update, publish, and close interviews</a:t>
            </a:r>
          </a:p>
          <a:p>
            <a:r>
              <a:rPr sz="2200" dirty="0"/>
              <a:t>- Candidate Module: registration, interview access, and completion tracking</a:t>
            </a:r>
          </a:p>
          <a:p>
            <a:r>
              <a:rPr sz="2200" dirty="0"/>
              <a:t>- Recording Module: video and audio capture using </a:t>
            </a:r>
            <a:r>
              <a:rPr sz="2200" dirty="0" err="1"/>
              <a:t>MediaRecorder</a:t>
            </a:r>
            <a:endParaRPr sz="2200" dirty="0"/>
          </a:p>
          <a:p>
            <a:r>
              <a:rPr sz="2200" dirty="0"/>
              <a:t>- Transcription Module: speech recognition for answer text</a:t>
            </a:r>
          </a:p>
          <a:p>
            <a:r>
              <a:rPr sz="2200" dirty="0"/>
              <a:t>- AI Analysis Module: keyword, relevance, confidence, and ranking logic</a:t>
            </a:r>
          </a:p>
          <a:p>
            <a:r>
              <a:rPr sz="2200" dirty="0"/>
              <a:t>- Dashboard Module: candidate list, scores, and recruiter insights</a:t>
            </a:r>
          </a:p>
        </p:txBody>
      </p:sp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8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0B5CAE-859F-2E56-77C1-EEF4164D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2D47E-A735-DAB0-DB53-2B7823EA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Implementation Plan / Roadmap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8DE12-9223-0B45-7844-C8442188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C6B389A5-57A1-5BDD-19D5-935489A75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47C928B-E00F-1E52-C717-07A5AAF02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7CA94AD0-2C13-149F-27C4-C1BF48D92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1292ABA-6799-0521-BC93-F47A7A14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4AE98E-B324-7FD5-5724-C47113E8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93A260AE-0C5C-4CC3-70C4-9D528AE9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824AC28-C4B1-F6B1-6402-A3E6B78AF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1E9727E5-F04D-5242-381E-4D642EBC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E7132A91-975B-8373-609C-1F7963E8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&#10;&#10;AI-generated content may be incorrect.">
            <a:extLst>
              <a:ext uri="{FF2B5EF4-FFF2-40B4-BE49-F238E27FC236}">
                <a16:creationId xmlns:a16="http://schemas.microsoft.com/office/drawing/2014/main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000" y="12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2222"/>
                </a:solidFill>
              </a:defRPr>
            </a:pPr>
            <a:r>
              <a:t>Implementation + Algorithm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1680000"/>
            <a:ext cx="93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2222"/>
                </a:solidFill>
              </a:defRPr>
            </a:pPr>
            <a:r>
              <a:rPr sz="2000" dirty="0"/>
              <a:t>Phase 1: Authentication and interview session module</a:t>
            </a:r>
          </a:p>
          <a:p>
            <a:r>
              <a:rPr sz="2000" dirty="0"/>
              <a:t>Phase 2: Avatar training and media capture module</a:t>
            </a:r>
          </a:p>
          <a:p>
            <a:r>
              <a:rPr sz="2000" dirty="0"/>
              <a:t>Phase 3: Speech-to-text and answer storage module</a:t>
            </a:r>
          </a:p>
          <a:p>
            <a:r>
              <a:rPr sz="2000" dirty="0"/>
              <a:t>Phase 4: Analysis pipeline using Keyword Match, Relevance Score, Confidence Score,</a:t>
            </a:r>
          </a:p>
          <a:p>
            <a:r>
              <a:rPr sz="2000" dirty="0"/>
              <a:t>         Weighted Overall Score, and Candidate Ranking algorithms</a:t>
            </a:r>
          </a:p>
          <a:p>
            <a:r>
              <a:rPr sz="2000" dirty="0"/>
              <a:t>Phase 5: Dashboard analytics, optimization, and production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0000" y="4200000"/>
            <a:ext cx="93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222"/>
                </a:solidFill>
              </a:defRPr>
            </a:pPr>
            <a:r>
              <a:rPr sz="2400" dirty="0"/>
              <a:t>Pipeline: Input Answer -&gt; Transcription -&gt; Feature Extraction -&gt; Score Calculation -&gt; Ranking -&gt; Dashboard Output</a:t>
            </a:r>
          </a:p>
        </p:txBody>
      </p:sp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B3AE-D78E-2DFA-3544-ACC07E1F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390EE-1A10-9044-4D2A-E7987842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92C1A7F-F8E0-0AFD-7993-6C1FDECBCA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9876" y="1320997"/>
            <a:ext cx="11029335" cy="503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Participants must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the official PPT template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provided by the organizing committee for idea submission.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presentation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clear, well-structured, and limited to the recommended number of slides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mentioned in the template.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required sections are properly included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the presentation.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content of the PPT must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original and created by the team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Any form of plagiarism may lead to disqualification.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readable fonts, proper headings, and relevant visuals (charts, diagrams, flowcharts)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explain the idea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PPT file should be submitted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.pptx or .pdf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the prescribed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file naming convention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TeamName_ProjectTitle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Teams must ensure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 information provided in the presentation is accurate and relevant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the selected hackathon theme.</a:t>
            </a:r>
          </a:p>
        </p:txBody>
      </p:sp>
    </p:spTree>
    <p:extLst>
      <p:ext uri="{BB962C8B-B14F-4D97-AF65-F5344CB8AC3E}">
        <p14:creationId xmlns:p14="http://schemas.microsoft.com/office/powerpoint/2010/main" val="84030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729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  <vt:lpstr>Guidelines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Shlok Abhishek</cp:lastModifiedBy>
  <cp:revision>5</cp:revision>
  <dcterms:created xsi:type="dcterms:W3CDTF">2025-09-03T04:31:11Z</dcterms:created>
  <dcterms:modified xsi:type="dcterms:W3CDTF">2026-03-15T17:51:45Z</dcterms:modified>
</cp:coreProperties>
</file>