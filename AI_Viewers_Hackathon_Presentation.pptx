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64" r:id="rId2"/>
    <p:sldId id="266" r:id="rId3"/>
    <p:sldId id="257" r:id="rId4"/>
    <p:sldId id="258" r:id="rId5"/>
    <p:sldId id="265" r:id="rId6"/>
    <p:sldId id="267" r:id="rId7"/>
    <p:sldId id="268" r:id="rId8"/>
    <p:sldId id="269" r:id="rId9"/>
    <p:sldId id="26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7"/>
    <p:restoredTop sz="94631"/>
  </p:normalViewPr>
  <p:slideViewPr>
    <p:cSldViewPr snapToGrid="0">
      <p:cViewPr>
        <p:scale>
          <a:sx n="76" d="100"/>
          <a:sy n="76" d="100"/>
        </p:scale>
        <p:origin x="-420" y="1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8B9730-C9F6-4FF6-8B50-FCF72AE02E3F}" type="datetimeFigureOut">
              <a:rPr lang="en-IN" smtClean="0"/>
              <a:t>13-03-2026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F8823-AA34-41D4-A511-4AA621DE47C6}" type="slidenum">
              <a:rPr lang="en-IN" smtClean="0"/>
              <a:t>‹#›</a:t>
            </a:fld>
            <a:endParaRPr lang="en-IN"/>
          </a:p>
        </p:txBody>
      </p:sp>
    </p:spTree>
    <p:extLst>
      <p:ext uri="{BB962C8B-B14F-4D97-AF65-F5344CB8AC3E}">
        <p14:creationId xmlns:p14="http://schemas.microsoft.com/office/powerpoint/2010/main" val="961025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7C93CC-52ED-48C6-B4FB-A900E7E71E1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711B921D-333D-50CF-2B5F-50703EA276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447B6255-C732-731A-6D5D-524C8FAC2472}"/>
              </a:ext>
            </a:extLst>
          </p:cNvPr>
          <p:cNvSpPr>
            <a:spLocks noGrp="1"/>
          </p:cNvSpPr>
          <p:nvPr>
            <p:ph type="dt" sz="half" idx="10"/>
          </p:nvPr>
        </p:nvSpPr>
        <p:spPr/>
        <p:txBody>
          <a:bodyPr/>
          <a:lstStyle/>
          <a:p>
            <a:fld id="{B0EBE5CA-C56E-4B79-B345-6747DECA69D6}" type="datetime1">
              <a:rPr lang="en-IN" smtClean="0"/>
              <a:t>13-03-2026</a:t>
            </a:fld>
            <a:endParaRPr lang="en-IN"/>
          </a:p>
        </p:txBody>
      </p:sp>
      <p:sp>
        <p:nvSpPr>
          <p:cNvPr id="5" name="Footer Placeholder 4">
            <a:extLst>
              <a:ext uri="{FF2B5EF4-FFF2-40B4-BE49-F238E27FC236}">
                <a16:creationId xmlns:a16="http://schemas.microsoft.com/office/drawing/2014/main" xmlns="" id="{A5E70FFB-9FFF-C54D-CB92-DD7C76B154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803BF83A-EEAB-290E-1520-6AC01A1D3460}"/>
              </a:ext>
            </a:extLst>
          </p:cNvPr>
          <p:cNvSpPr>
            <a:spLocks noGrp="1"/>
          </p:cNvSpPr>
          <p:nvPr>
            <p:ph type="sldNum" sz="quarter" idx="12"/>
          </p:nvPr>
        </p:nvSpPr>
        <p:spPr/>
        <p:txBody>
          <a:bodyPr/>
          <a:lstStyle/>
          <a:p>
            <a:fld id="{2AE043BD-A6AE-4C1D-A00A-77B429796457}" type="slidenum">
              <a:rPr lang="en-IN" smtClean="0"/>
              <a:t>‹#›</a:t>
            </a:fld>
            <a:endParaRPr lang="en-IN"/>
          </a:p>
        </p:txBody>
      </p:sp>
    </p:spTree>
    <p:extLst>
      <p:ext uri="{BB962C8B-B14F-4D97-AF65-F5344CB8AC3E}">
        <p14:creationId xmlns:p14="http://schemas.microsoft.com/office/powerpoint/2010/main" val="5523496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A87F3DE-B59B-D468-9D80-18B684922A3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2536FB1B-46A5-EF58-62EF-4EE19809C5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781DC524-2CC0-2C3B-468E-C00BAB0B496B}"/>
              </a:ext>
            </a:extLst>
          </p:cNvPr>
          <p:cNvSpPr>
            <a:spLocks noGrp="1"/>
          </p:cNvSpPr>
          <p:nvPr>
            <p:ph type="dt" sz="half" idx="10"/>
          </p:nvPr>
        </p:nvSpPr>
        <p:spPr/>
        <p:txBody>
          <a:bodyPr/>
          <a:lstStyle/>
          <a:p>
            <a:fld id="{D38B752C-4AF0-4EE9-85A1-B21DBD4BB89D}" type="datetime1">
              <a:rPr lang="en-IN" smtClean="0"/>
              <a:t>13-03-2026</a:t>
            </a:fld>
            <a:endParaRPr lang="en-IN"/>
          </a:p>
        </p:txBody>
      </p:sp>
      <p:sp>
        <p:nvSpPr>
          <p:cNvPr id="5" name="Footer Placeholder 4">
            <a:extLst>
              <a:ext uri="{FF2B5EF4-FFF2-40B4-BE49-F238E27FC236}">
                <a16:creationId xmlns:a16="http://schemas.microsoft.com/office/drawing/2014/main" xmlns="" id="{62948345-456C-AA05-A515-6BBBE70730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FF710BAF-1C8D-4F88-EE18-B453A45BAF14}"/>
              </a:ext>
            </a:extLst>
          </p:cNvPr>
          <p:cNvSpPr>
            <a:spLocks noGrp="1"/>
          </p:cNvSpPr>
          <p:nvPr>
            <p:ph type="sldNum" sz="quarter" idx="12"/>
          </p:nvPr>
        </p:nvSpPr>
        <p:spPr/>
        <p:txBody>
          <a:bodyPr/>
          <a:lstStyle/>
          <a:p>
            <a:fld id="{2AE043BD-A6AE-4C1D-A00A-77B429796457}" type="slidenum">
              <a:rPr lang="en-IN" smtClean="0"/>
              <a:t>‹#›</a:t>
            </a:fld>
            <a:endParaRPr lang="en-IN"/>
          </a:p>
        </p:txBody>
      </p:sp>
    </p:spTree>
    <p:extLst>
      <p:ext uri="{BB962C8B-B14F-4D97-AF65-F5344CB8AC3E}">
        <p14:creationId xmlns:p14="http://schemas.microsoft.com/office/powerpoint/2010/main" val="905837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6575C42-DE78-53DD-136F-59150D2C65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2AC87743-2B36-0276-8A03-14CA76D61EE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49A978D6-BCCB-1D2C-1000-2F87416356E2}"/>
              </a:ext>
            </a:extLst>
          </p:cNvPr>
          <p:cNvSpPr>
            <a:spLocks noGrp="1"/>
          </p:cNvSpPr>
          <p:nvPr>
            <p:ph type="dt" sz="half" idx="10"/>
          </p:nvPr>
        </p:nvSpPr>
        <p:spPr/>
        <p:txBody>
          <a:bodyPr/>
          <a:lstStyle/>
          <a:p>
            <a:fld id="{C154764F-6140-477F-A454-3F3D34240203}" type="datetime1">
              <a:rPr lang="en-IN" smtClean="0"/>
              <a:t>13-03-2026</a:t>
            </a:fld>
            <a:endParaRPr lang="en-IN"/>
          </a:p>
        </p:txBody>
      </p:sp>
      <p:sp>
        <p:nvSpPr>
          <p:cNvPr id="5" name="Footer Placeholder 4">
            <a:extLst>
              <a:ext uri="{FF2B5EF4-FFF2-40B4-BE49-F238E27FC236}">
                <a16:creationId xmlns:a16="http://schemas.microsoft.com/office/drawing/2014/main" xmlns="" id="{6543F681-E556-307C-D6ED-CAF356FC09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07A273AE-B717-C02D-3B1E-4E52D9152A76}"/>
              </a:ext>
            </a:extLst>
          </p:cNvPr>
          <p:cNvSpPr>
            <a:spLocks noGrp="1"/>
          </p:cNvSpPr>
          <p:nvPr>
            <p:ph type="sldNum" sz="quarter" idx="12"/>
          </p:nvPr>
        </p:nvSpPr>
        <p:spPr/>
        <p:txBody>
          <a:bodyPr/>
          <a:lstStyle/>
          <a:p>
            <a:fld id="{2AE043BD-A6AE-4C1D-A00A-77B429796457}" type="slidenum">
              <a:rPr lang="en-IN" smtClean="0"/>
              <a:t>‹#›</a:t>
            </a:fld>
            <a:endParaRPr lang="en-IN"/>
          </a:p>
        </p:txBody>
      </p:sp>
    </p:spTree>
    <p:extLst>
      <p:ext uri="{BB962C8B-B14F-4D97-AF65-F5344CB8AC3E}">
        <p14:creationId xmlns:p14="http://schemas.microsoft.com/office/powerpoint/2010/main" val="1288198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6474996-C289-389A-E1BF-593A9F9A2CE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864F42F4-E278-4791-D11E-FFDB59BAC3F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0C602B1C-B5A0-2501-9653-E3C494067C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37280B07-51FA-8E42-5C99-789AAE472F8B}"/>
              </a:ext>
            </a:extLst>
          </p:cNvPr>
          <p:cNvSpPr>
            <a:spLocks noGrp="1"/>
          </p:cNvSpPr>
          <p:nvPr>
            <p:ph type="dt" sz="half" idx="10"/>
          </p:nvPr>
        </p:nvSpPr>
        <p:spPr/>
        <p:txBody>
          <a:bodyPr/>
          <a:lstStyle/>
          <a:p>
            <a:fld id="{F7603EA9-0FE1-428E-9BF1-E73FB25868B8}" type="datetime1">
              <a:rPr lang="en-IN" smtClean="0"/>
              <a:t>13-03-2026</a:t>
            </a:fld>
            <a:endParaRPr lang="en-IN"/>
          </a:p>
        </p:txBody>
      </p:sp>
      <p:sp>
        <p:nvSpPr>
          <p:cNvPr id="6" name="Footer Placeholder 5">
            <a:extLst>
              <a:ext uri="{FF2B5EF4-FFF2-40B4-BE49-F238E27FC236}">
                <a16:creationId xmlns:a16="http://schemas.microsoft.com/office/drawing/2014/main" xmlns="" id="{56160E67-BCB4-0616-FF48-767B266E384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F1C220C6-19D8-2B09-1A2C-5F9BBEDB2474}"/>
              </a:ext>
            </a:extLst>
          </p:cNvPr>
          <p:cNvSpPr>
            <a:spLocks noGrp="1"/>
          </p:cNvSpPr>
          <p:nvPr>
            <p:ph type="sldNum" sz="quarter" idx="12"/>
          </p:nvPr>
        </p:nvSpPr>
        <p:spPr/>
        <p:txBody>
          <a:bodyPr/>
          <a:lstStyle/>
          <a:p>
            <a:fld id="{2AE043BD-A6AE-4C1D-A00A-77B429796457}" type="slidenum">
              <a:rPr lang="en-IN" smtClean="0"/>
              <a:t>‹#›</a:t>
            </a:fld>
            <a:endParaRPr lang="en-IN"/>
          </a:p>
        </p:txBody>
      </p:sp>
    </p:spTree>
    <p:extLst>
      <p:ext uri="{BB962C8B-B14F-4D97-AF65-F5344CB8AC3E}">
        <p14:creationId xmlns:p14="http://schemas.microsoft.com/office/powerpoint/2010/main" val="3690291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A993533-9A0C-90D5-9AE1-7255BA0CADC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28867A3E-DC49-CC48-9A4E-8117B9F7A9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D31AB0ED-88D6-23A0-B987-115360EAB7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EB3FF49D-ED16-AD66-B8C0-AFE8F7F50C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A98457AC-A7E4-0AE6-ED14-69450663685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91E65680-DD8E-F4B6-48D6-6204F84B0507}"/>
              </a:ext>
            </a:extLst>
          </p:cNvPr>
          <p:cNvSpPr>
            <a:spLocks noGrp="1"/>
          </p:cNvSpPr>
          <p:nvPr>
            <p:ph type="dt" sz="half" idx="10"/>
          </p:nvPr>
        </p:nvSpPr>
        <p:spPr/>
        <p:txBody>
          <a:bodyPr/>
          <a:lstStyle/>
          <a:p>
            <a:fld id="{9A7254DA-81CA-4C34-B4B9-ADBF13CF9A2F}" type="datetime1">
              <a:rPr lang="en-IN" smtClean="0"/>
              <a:t>13-03-2026</a:t>
            </a:fld>
            <a:endParaRPr lang="en-IN"/>
          </a:p>
        </p:txBody>
      </p:sp>
      <p:sp>
        <p:nvSpPr>
          <p:cNvPr id="8" name="Footer Placeholder 7">
            <a:extLst>
              <a:ext uri="{FF2B5EF4-FFF2-40B4-BE49-F238E27FC236}">
                <a16:creationId xmlns:a16="http://schemas.microsoft.com/office/drawing/2014/main" xmlns="" id="{8E29BC8F-3B36-BE43-ECE4-CB51B9A4ABC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FE0264F5-9736-4798-3017-0475404DD73C}"/>
              </a:ext>
            </a:extLst>
          </p:cNvPr>
          <p:cNvSpPr>
            <a:spLocks noGrp="1"/>
          </p:cNvSpPr>
          <p:nvPr>
            <p:ph type="sldNum" sz="quarter" idx="12"/>
          </p:nvPr>
        </p:nvSpPr>
        <p:spPr/>
        <p:txBody>
          <a:bodyPr/>
          <a:lstStyle/>
          <a:p>
            <a:fld id="{2AE043BD-A6AE-4C1D-A00A-77B429796457}" type="slidenum">
              <a:rPr lang="en-IN" smtClean="0"/>
              <a:t>‹#›</a:t>
            </a:fld>
            <a:endParaRPr lang="en-IN"/>
          </a:p>
        </p:txBody>
      </p:sp>
    </p:spTree>
    <p:extLst>
      <p:ext uri="{BB962C8B-B14F-4D97-AF65-F5344CB8AC3E}">
        <p14:creationId xmlns:p14="http://schemas.microsoft.com/office/powerpoint/2010/main" val="9553218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36B4C6-CB9C-7951-EC6A-6DAAFA4EF98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949F9303-4DB1-4B53-A9FC-C5CD38CA04F8}"/>
              </a:ext>
            </a:extLst>
          </p:cNvPr>
          <p:cNvSpPr>
            <a:spLocks noGrp="1"/>
          </p:cNvSpPr>
          <p:nvPr>
            <p:ph type="dt" sz="half" idx="10"/>
          </p:nvPr>
        </p:nvSpPr>
        <p:spPr/>
        <p:txBody>
          <a:bodyPr/>
          <a:lstStyle/>
          <a:p>
            <a:fld id="{F89FEAE5-D506-44E3-BB60-DF7895F20BA2}" type="datetime1">
              <a:rPr lang="en-IN" smtClean="0"/>
              <a:t>13-03-2026</a:t>
            </a:fld>
            <a:endParaRPr lang="en-IN"/>
          </a:p>
        </p:txBody>
      </p:sp>
      <p:sp>
        <p:nvSpPr>
          <p:cNvPr id="4" name="Footer Placeholder 3">
            <a:extLst>
              <a:ext uri="{FF2B5EF4-FFF2-40B4-BE49-F238E27FC236}">
                <a16:creationId xmlns:a16="http://schemas.microsoft.com/office/drawing/2014/main" xmlns="" id="{FB5F2362-664B-0C06-E5D4-75987F639EF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E5F88BF8-5054-9233-20DB-F8BEDF491033}"/>
              </a:ext>
            </a:extLst>
          </p:cNvPr>
          <p:cNvSpPr>
            <a:spLocks noGrp="1"/>
          </p:cNvSpPr>
          <p:nvPr>
            <p:ph type="sldNum" sz="quarter" idx="12"/>
          </p:nvPr>
        </p:nvSpPr>
        <p:spPr/>
        <p:txBody>
          <a:bodyPr/>
          <a:lstStyle/>
          <a:p>
            <a:fld id="{2AE043BD-A6AE-4C1D-A00A-77B429796457}" type="slidenum">
              <a:rPr lang="en-IN" smtClean="0"/>
              <a:t>‹#›</a:t>
            </a:fld>
            <a:endParaRPr lang="en-IN"/>
          </a:p>
        </p:txBody>
      </p:sp>
    </p:spTree>
    <p:extLst>
      <p:ext uri="{BB962C8B-B14F-4D97-AF65-F5344CB8AC3E}">
        <p14:creationId xmlns:p14="http://schemas.microsoft.com/office/powerpoint/2010/main" val="2710021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924FC4A0-0668-BC43-F708-FAFB42E4E30E}"/>
              </a:ext>
            </a:extLst>
          </p:cNvPr>
          <p:cNvSpPr>
            <a:spLocks noGrp="1"/>
          </p:cNvSpPr>
          <p:nvPr>
            <p:ph type="dt" sz="half" idx="10"/>
          </p:nvPr>
        </p:nvSpPr>
        <p:spPr/>
        <p:txBody>
          <a:bodyPr/>
          <a:lstStyle/>
          <a:p>
            <a:fld id="{23560259-960B-47C1-AF74-DCE1C1EA7164}" type="datetime1">
              <a:rPr lang="en-IN" smtClean="0"/>
              <a:t>13-03-2026</a:t>
            </a:fld>
            <a:endParaRPr lang="en-IN"/>
          </a:p>
        </p:txBody>
      </p:sp>
      <p:sp>
        <p:nvSpPr>
          <p:cNvPr id="3" name="Footer Placeholder 2">
            <a:extLst>
              <a:ext uri="{FF2B5EF4-FFF2-40B4-BE49-F238E27FC236}">
                <a16:creationId xmlns:a16="http://schemas.microsoft.com/office/drawing/2014/main" xmlns="" id="{1EDA49F3-5429-910B-6CFD-64AADCD6CAE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608F0B88-2976-620B-D8A7-6DE3CEB23C14}"/>
              </a:ext>
            </a:extLst>
          </p:cNvPr>
          <p:cNvSpPr>
            <a:spLocks noGrp="1"/>
          </p:cNvSpPr>
          <p:nvPr>
            <p:ph type="sldNum" sz="quarter" idx="12"/>
          </p:nvPr>
        </p:nvSpPr>
        <p:spPr/>
        <p:txBody>
          <a:bodyPr/>
          <a:lstStyle/>
          <a:p>
            <a:fld id="{2AE043BD-A6AE-4C1D-A00A-77B429796457}" type="slidenum">
              <a:rPr lang="en-IN" smtClean="0"/>
              <a:t>‹#›</a:t>
            </a:fld>
            <a:endParaRPr lang="en-IN"/>
          </a:p>
        </p:txBody>
      </p:sp>
    </p:spTree>
    <p:extLst>
      <p:ext uri="{BB962C8B-B14F-4D97-AF65-F5344CB8AC3E}">
        <p14:creationId xmlns:p14="http://schemas.microsoft.com/office/powerpoint/2010/main" val="1545618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E756615-122C-071B-9D07-CB565257AA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43DD6A46-61CB-D8FA-5931-66EA08FF06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7014B0D0-3954-D9F2-C44D-74CEF4DD6B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FA3C5148-B824-70C1-8C2E-8D3374593BA8}"/>
              </a:ext>
            </a:extLst>
          </p:cNvPr>
          <p:cNvSpPr>
            <a:spLocks noGrp="1"/>
          </p:cNvSpPr>
          <p:nvPr>
            <p:ph type="dt" sz="half" idx="10"/>
          </p:nvPr>
        </p:nvSpPr>
        <p:spPr/>
        <p:txBody>
          <a:bodyPr/>
          <a:lstStyle/>
          <a:p>
            <a:fld id="{AE49A713-0448-4F63-9C33-ED8C7BB35085}" type="datetime1">
              <a:rPr lang="en-IN" smtClean="0"/>
              <a:t>13-03-2026</a:t>
            </a:fld>
            <a:endParaRPr lang="en-IN"/>
          </a:p>
        </p:txBody>
      </p:sp>
      <p:sp>
        <p:nvSpPr>
          <p:cNvPr id="6" name="Footer Placeholder 5">
            <a:extLst>
              <a:ext uri="{FF2B5EF4-FFF2-40B4-BE49-F238E27FC236}">
                <a16:creationId xmlns:a16="http://schemas.microsoft.com/office/drawing/2014/main" xmlns="" id="{E9286C04-AE0C-1178-E2BF-1CB118617F1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DBEE7EE5-815C-5D97-9429-D127432BF7EA}"/>
              </a:ext>
            </a:extLst>
          </p:cNvPr>
          <p:cNvSpPr>
            <a:spLocks noGrp="1"/>
          </p:cNvSpPr>
          <p:nvPr>
            <p:ph type="sldNum" sz="quarter" idx="12"/>
          </p:nvPr>
        </p:nvSpPr>
        <p:spPr/>
        <p:txBody>
          <a:bodyPr/>
          <a:lstStyle/>
          <a:p>
            <a:fld id="{2AE043BD-A6AE-4C1D-A00A-77B429796457}" type="slidenum">
              <a:rPr lang="en-IN" smtClean="0"/>
              <a:t>‹#›</a:t>
            </a:fld>
            <a:endParaRPr lang="en-IN"/>
          </a:p>
        </p:txBody>
      </p:sp>
    </p:spTree>
    <p:extLst>
      <p:ext uri="{BB962C8B-B14F-4D97-AF65-F5344CB8AC3E}">
        <p14:creationId xmlns:p14="http://schemas.microsoft.com/office/powerpoint/2010/main" val="1758947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8CC379A-7620-BB0F-FDFF-5F9F916F49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0A2450FC-E7A1-427A-25DD-8CFD6E6BA3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555C33BA-FB99-F801-ECB9-00DD7F2F5C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78179DE2-603C-C4A3-DCDE-95501EBCAB1C}"/>
              </a:ext>
            </a:extLst>
          </p:cNvPr>
          <p:cNvSpPr>
            <a:spLocks noGrp="1"/>
          </p:cNvSpPr>
          <p:nvPr>
            <p:ph type="dt" sz="half" idx="10"/>
          </p:nvPr>
        </p:nvSpPr>
        <p:spPr/>
        <p:txBody>
          <a:bodyPr/>
          <a:lstStyle/>
          <a:p>
            <a:fld id="{2B27E8E8-5B35-4CF3-A0F2-3702D3D28B0C}" type="datetime1">
              <a:rPr lang="en-IN" smtClean="0"/>
              <a:t>13-03-2026</a:t>
            </a:fld>
            <a:endParaRPr lang="en-IN"/>
          </a:p>
        </p:txBody>
      </p:sp>
      <p:sp>
        <p:nvSpPr>
          <p:cNvPr id="6" name="Footer Placeholder 5">
            <a:extLst>
              <a:ext uri="{FF2B5EF4-FFF2-40B4-BE49-F238E27FC236}">
                <a16:creationId xmlns:a16="http://schemas.microsoft.com/office/drawing/2014/main" xmlns="" id="{10793BAF-054D-5120-C069-204453823E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662A7752-D2C5-1C0F-0B4C-0B60089A91B7}"/>
              </a:ext>
            </a:extLst>
          </p:cNvPr>
          <p:cNvSpPr>
            <a:spLocks noGrp="1"/>
          </p:cNvSpPr>
          <p:nvPr>
            <p:ph type="sldNum" sz="quarter" idx="12"/>
          </p:nvPr>
        </p:nvSpPr>
        <p:spPr/>
        <p:txBody>
          <a:bodyPr/>
          <a:lstStyle/>
          <a:p>
            <a:fld id="{2AE043BD-A6AE-4C1D-A00A-77B429796457}" type="slidenum">
              <a:rPr lang="en-IN" smtClean="0"/>
              <a:t>‹#›</a:t>
            </a:fld>
            <a:endParaRPr lang="en-IN"/>
          </a:p>
        </p:txBody>
      </p:sp>
    </p:spTree>
    <p:extLst>
      <p:ext uri="{BB962C8B-B14F-4D97-AF65-F5344CB8AC3E}">
        <p14:creationId xmlns:p14="http://schemas.microsoft.com/office/powerpoint/2010/main" val="6791934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B0E930B-7FC8-2C11-E7AC-DE70426314D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EEFF5B1D-0F8B-9CDD-59CF-F7ADA2CE28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3AF2378D-FF98-B657-2A71-2A5ADFD303EB}"/>
              </a:ext>
            </a:extLst>
          </p:cNvPr>
          <p:cNvSpPr>
            <a:spLocks noGrp="1"/>
          </p:cNvSpPr>
          <p:nvPr>
            <p:ph type="dt" sz="half" idx="10"/>
          </p:nvPr>
        </p:nvSpPr>
        <p:spPr/>
        <p:txBody>
          <a:bodyPr/>
          <a:lstStyle/>
          <a:p>
            <a:fld id="{989B3E3C-862D-4834-9AEC-9FAE86CCA9D4}" type="datetime1">
              <a:rPr lang="en-IN" smtClean="0"/>
              <a:t>13-03-2026</a:t>
            </a:fld>
            <a:endParaRPr lang="en-IN"/>
          </a:p>
        </p:txBody>
      </p:sp>
      <p:sp>
        <p:nvSpPr>
          <p:cNvPr id="5" name="Footer Placeholder 4">
            <a:extLst>
              <a:ext uri="{FF2B5EF4-FFF2-40B4-BE49-F238E27FC236}">
                <a16:creationId xmlns:a16="http://schemas.microsoft.com/office/drawing/2014/main" xmlns="" id="{F3CD4ECC-19A9-49D1-E9E2-0C3CBFD76C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328E46F1-6445-82E9-D8EA-08312C82FEAD}"/>
              </a:ext>
            </a:extLst>
          </p:cNvPr>
          <p:cNvSpPr>
            <a:spLocks noGrp="1"/>
          </p:cNvSpPr>
          <p:nvPr>
            <p:ph type="sldNum" sz="quarter" idx="12"/>
          </p:nvPr>
        </p:nvSpPr>
        <p:spPr/>
        <p:txBody>
          <a:bodyPr/>
          <a:lstStyle/>
          <a:p>
            <a:fld id="{2AE043BD-A6AE-4C1D-A00A-77B429796457}" type="slidenum">
              <a:rPr lang="en-IN" smtClean="0"/>
              <a:t>‹#›</a:t>
            </a:fld>
            <a:endParaRPr lang="en-IN"/>
          </a:p>
        </p:txBody>
      </p:sp>
    </p:spTree>
    <p:extLst>
      <p:ext uri="{BB962C8B-B14F-4D97-AF65-F5344CB8AC3E}">
        <p14:creationId xmlns:p14="http://schemas.microsoft.com/office/powerpoint/2010/main" val="346985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AEAA7C89-8CE2-5D35-3495-047CA3FC5B4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89B9D066-3587-2D12-A5F5-A7C3F68C4E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AB58E5C5-6769-9126-2E0F-3FB933002B34}"/>
              </a:ext>
            </a:extLst>
          </p:cNvPr>
          <p:cNvSpPr>
            <a:spLocks noGrp="1"/>
          </p:cNvSpPr>
          <p:nvPr>
            <p:ph type="dt" sz="half" idx="10"/>
          </p:nvPr>
        </p:nvSpPr>
        <p:spPr/>
        <p:txBody>
          <a:bodyPr/>
          <a:lstStyle/>
          <a:p>
            <a:fld id="{762A694A-4CD2-435A-9C19-498AACE9B7CE}" type="datetime1">
              <a:rPr lang="en-IN" smtClean="0"/>
              <a:t>13-03-2026</a:t>
            </a:fld>
            <a:endParaRPr lang="en-IN"/>
          </a:p>
        </p:txBody>
      </p:sp>
      <p:sp>
        <p:nvSpPr>
          <p:cNvPr id="5" name="Footer Placeholder 4">
            <a:extLst>
              <a:ext uri="{FF2B5EF4-FFF2-40B4-BE49-F238E27FC236}">
                <a16:creationId xmlns:a16="http://schemas.microsoft.com/office/drawing/2014/main" xmlns="" id="{F5F6B0E7-5DF9-11F1-3B40-72CF29CE20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ECBAC463-1A33-4D06-A923-EEF0DFFDA055}"/>
              </a:ext>
            </a:extLst>
          </p:cNvPr>
          <p:cNvSpPr>
            <a:spLocks noGrp="1"/>
          </p:cNvSpPr>
          <p:nvPr>
            <p:ph type="sldNum" sz="quarter" idx="12"/>
          </p:nvPr>
        </p:nvSpPr>
        <p:spPr/>
        <p:txBody>
          <a:bodyPr/>
          <a:lstStyle/>
          <a:p>
            <a:fld id="{2AE043BD-A6AE-4C1D-A00A-77B429796457}" type="slidenum">
              <a:rPr lang="en-IN" smtClean="0"/>
              <a:t>‹#›</a:t>
            </a:fld>
            <a:endParaRPr lang="en-IN"/>
          </a:p>
        </p:txBody>
      </p:sp>
    </p:spTree>
    <p:extLst>
      <p:ext uri="{BB962C8B-B14F-4D97-AF65-F5344CB8AC3E}">
        <p14:creationId xmlns:p14="http://schemas.microsoft.com/office/powerpoint/2010/main" val="273087414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DB9A1504-9D04-CA0B-0E4B-102DECCD95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C93E0B7B-794B-93E1-8EA3-9BAD670487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FF12337F-45D4-4479-7099-024B6F16E4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DA840D-BDC6-494C-91E1-A142606BF42F}" type="datetime1">
              <a:rPr lang="en-IN" smtClean="0"/>
              <a:t>13-03-2026</a:t>
            </a:fld>
            <a:endParaRPr lang="en-IN"/>
          </a:p>
        </p:txBody>
      </p:sp>
      <p:sp>
        <p:nvSpPr>
          <p:cNvPr id="5" name="Footer Placeholder 4">
            <a:extLst>
              <a:ext uri="{FF2B5EF4-FFF2-40B4-BE49-F238E27FC236}">
                <a16:creationId xmlns:a16="http://schemas.microsoft.com/office/drawing/2014/main" xmlns="" id="{06DBFC6F-C109-61BA-DCDD-A4026C5E7C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4BE14C3E-C350-8990-463F-4B80858374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E043BD-A6AE-4C1D-A00A-77B429796457}" type="slidenum">
              <a:rPr lang="en-IN" smtClean="0"/>
              <a:t>‹#›</a:t>
            </a:fld>
            <a:endParaRPr lang="en-IN"/>
          </a:p>
        </p:txBody>
      </p:sp>
    </p:spTree>
    <p:extLst>
      <p:ext uri="{BB962C8B-B14F-4D97-AF65-F5344CB8AC3E}">
        <p14:creationId xmlns:p14="http://schemas.microsoft.com/office/powerpoint/2010/main" val="21760728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eg"/><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eg"/><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eg"/><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eg"/><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eg"/><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eg"/><Relationship Id="rId3" Type="http://schemas.openxmlformats.org/officeDocument/2006/relationships/image" Target="../media/image1.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xmlns="" id="{D1942232-83D0-49E2-AF9B-1F97E3C1EF8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xmlns="" id="{E9E70D72-6E23-4015-A4A6-85C120C191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xmlns="" id="{31AE5121-AEBF-F1E8-8A0C-1B576693E7BA}"/>
              </a:ext>
            </a:extLst>
          </p:cNvPr>
          <p:cNvSpPr txBox="1"/>
          <p:nvPr/>
        </p:nvSpPr>
        <p:spPr>
          <a:xfrm>
            <a:off x="1179576" y="1163848"/>
            <a:ext cx="9829800" cy="1325880"/>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3600" b="1" kern="1200">
                <a:solidFill>
                  <a:schemeClr val="tx2"/>
                </a:solidFill>
                <a:latin typeface="+mj-lt"/>
                <a:ea typeface="+mj-ea"/>
                <a:cs typeface="+mj-cs"/>
              </a:rPr>
              <a:t>INNOVATE BHARAT HACKATHON 2026</a:t>
            </a:r>
          </a:p>
        </p:txBody>
      </p:sp>
      <p:grpSp>
        <p:nvGrpSpPr>
          <p:cNvPr id="20" name="Group 19">
            <a:extLst>
              <a:ext uri="{FF2B5EF4-FFF2-40B4-BE49-F238E27FC236}">
                <a16:creationId xmlns:a16="http://schemas.microsoft.com/office/drawing/2014/main" xmlns="" id="{C28A977F-B603-4D81-B0FC-C8DE048A7931}"/>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305" y="-1"/>
            <a:ext cx="3362070" cy="2522848"/>
            <a:chOff x="-305" y="-1"/>
            <a:chExt cx="3832880" cy="2876136"/>
          </a:xfrm>
        </p:grpSpPr>
        <p:sp>
          <p:nvSpPr>
            <p:cNvPr id="21" name="Freeform: Shape 20">
              <a:extLst>
                <a:ext uri="{FF2B5EF4-FFF2-40B4-BE49-F238E27FC236}">
                  <a16:creationId xmlns:a16="http://schemas.microsoft.com/office/drawing/2014/main" xmlns="" id="{0183CE8C-E039-4B2F-A36E-5FD5CD5DE190}"/>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xmlns="" id="{3EB77281-FAB4-40D0-B3F3-264EC4AB202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xmlns="" id="{815E59F3-75FC-494F-8737-5F00A4964FE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xmlns="" id="{43ADDCFA-B066-4D79-AB71-062E66E58FE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1" name="Picture 10" descr="A close-up of a logo&#10;&#10;AI-generated content may be incorrect.">
            <a:extLst>
              <a:ext uri="{FF2B5EF4-FFF2-40B4-BE49-F238E27FC236}">
                <a16:creationId xmlns:a16="http://schemas.microsoft.com/office/drawing/2014/main" xmlns="" id="{02F6A545-7889-EE7D-B819-8344E089B4A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37540" y="193425"/>
            <a:ext cx="2140851" cy="813523"/>
          </a:xfrm>
          <a:prstGeom prst="rect">
            <a:avLst/>
          </a:prstGeom>
        </p:spPr>
      </p:pic>
      <p:sp>
        <p:nvSpPr>
          <p:cNvPr id="8" name="TextBox 7">
            <a:extLst>
              <a:ext uri="{FF2B5EF4-FFF2-40B4-BE49-F238E27FC236}">
                <a16:creationId xmlns:a16="http://schemas.microsoft.com/office/drawing/2014/main" xmlns="" id="{A6B5146A-EBD6-B1B2-C76F-054DAC334AA2}"/>
              </a:ext>
            </a:extLst>
          </p:cNvPr>
          <p:cNvSpPr txBox="1"/>
          <p:nvPr/>
        </p:nvSpPr>
        <p:spPr>
          <a:xfrm>
            <a:off x="2566796" y="2679747"/>
            <a:ext cx="6043803" cy="3227626"/>
          </a:xfrm>
          <a:prstGeom prst="rect">
            <a:avLst/>
          </a:prstGeom>
        </p:spPr>
        <p:txBody>
          <a:bodyPr vert="horz" lIns="91440" tIns="45720" rIns="91440" bIns="45720" rtlCol="0" anchor="ctr">
            <a:normAutofit/>
          </a:bodyPr>
          <a:lstStyle/>
          <a:p>
            <a:pPr>
              <a:lnSpc>
                <a:spcPct val="90000"/>
              </a:lnSpc>
              <a:spcAft>
                <a:spcPts val="600"/>
              </a:spcAft>
            </a:pPr>
            <a:r>
              <a:rPr lang="en-US" dirty="0">
                <a:solidFill>
                  <a:schemeClr val="tx2"/>
                </a:solidFill>
              </a:rPr>
              <a:t>TRACKS: </a:t>
            </a:r>
          </a:p>
          <a:p>
            <a:pPr marL="800100" lvl="1" indent="-228600">
              <a:lnSpc>
                <a:spcPct val="90000"/>
              </a:lnSpc>
              <a:spcAft>
                <a:spcPts val="600"/>
              </a:spcAft>
              <a:buFont typeface="Arial" panose="020B0604020202020204" pitchFamily="34" charset="0"/>
              <a:buChar char="•"/>
            </a:pPr>
            <a:r>
              <a:rPr lang="en-US" dirty="0">
                <a:solidFill>
                  <a:schemeClr val="tx2"/>
                </a:solidFill>
              </a:rPr>
              <a:t>AI &amp; Intelligent Systems (AIIS)</a:t>
            </a:r>
          </a:p>
          <a:p>
            <a:pPr marL="800100" lvl="1" indent="-228600">
              <a:lnSpc>
                <a:spcPct val="90000"/>
              </a:lnSpc>
              <a:spcAft>
                <a:spcPts val="600"/>
              </a:spcAft>
              <a:buFont typeface="Arial" panose="020B0604020202020204" pitchFamily="34" charset="0"/>
              <a:buChar char="•"/>
            </a:pPr>
            <a:r>
              <a:rPr lang="en-US" dirty="0">
                <a:solidFill>
                  <a:schemeClr val="tx2"/>
                </a:solidFill>
              </a:rPr>
              <a:t>Web app and software Innovation (WASI)</a:t>
            </a:r>
          </a:p>
          <a:p>
            <a:pPr marL="800100" lvl="1" indent="-228600">
              <a:lnSpc>
                <a:spcPct val="90000"/>
              </a:lnSpc>
              <a:spcAft>
                <a:spcPts val="600"/>
              </a:spcAft>
              <a:buFont typeface="Arial" panose="020B0604020202020204" pitchFamily="34" charset="0"/>
              <a:buChar char="•"/>
            </a:pPr>
            <a:r>
              <a:rPr lang="en-US" dirty="0">
                <a:solidFill>
                  <a:schemeClr val="tx2"/>
                </a:solidFill>
              </a:rPr>
              <a:t>Cybersecurity and Block Chain (CSBC)</a:t>
            </a:r>
          </a:p>
          <a:p>
            <a:pPr marL="800100" lvl="1" indent="-228600">
              <a:lnSpc>
                <a:spcPct val="90000"/>
              </a:lnSpc>
              <a:spcAft>
                <a:spcPts val="600"/>
              </a:spcAft>
              <a:buFont typeface="Arial" panose="020B0604020202020204" pitchFamily="34" charset="0"/>
              <a:buChar char="•"/>
            </a:pPr>
            <a:r>
              <a:rPr lang="en-US" dirty="0">
                <a:solidFill>
                  <a:schemeClr val="tx2"/>
                </a:solidFill>
              </a:rPr>
              <a:t>Data Science and Smart Analysis (DSSA)</a:t>
            </a:r>
          </a:p>
          <a:p>
            <a:pPr marL="800100" lvl="1" indent="-228600">
              <a:lnSpc>
                <a:spcPct val="90000"/>
              </a:lnSpc>
              <a:spcAft>
                <a:spcPts val="600"/>
              </a:spcAft>
              <a:buFont typeface="Arial" panose="020B0604020202020204" pitchFamily="34" charset="0"/>
              <a:buChar char="•"/>
            </a:pPr>
            <a:r>
              <a:rPr lang="en-US" dirty="0">
                <a:solidFill>
                  <a:schemeClr val="tx2"/>
                </a:solidFill>
              </a:rPr>
              <a:t>Social Impact and Smart India Solutions (SISIS)</a:t>
            </a:r>
          </a:p>
          <a:p>
            <a:pPr marL="800100" lvl="1" indent="-228600">
              <a:lnSpc>
                <a:spcPct val="90000"/>
              </a:lnSpc>
              <a:spcAft>
                <a:spcPts val="600"/>
              </a:spcAft>
              <a:buFont typeface="Arial" panose="020B0604020202020204" pitchFamily="34" charset="0"/>
              <a:buChar char="•"/>
            </a:pPr>
            <a:r>
              <a:rPr lang="en-US" dirty="0">
                <a:solidFill>
                  <a:schemeClr val="tx2"/>
                </a:solidFill>
              </a:rPr>
              <a:t>School Student Innovation (SCHII) </a:t>
            </a:r>
          </a:p>
        </p:txBody>
      </p:sp>
      <p:sp>
        <p:nvSpPr>
          <p:cNvPr id="4" name="Slide Number Placeholder 3">
            <a:extLst>
              <a:ext uri="{FF2B5EF4-FFF2-40B4-BE49-F238E27FC236}">
                <a16:creationId xmlns:a16="http://schemas.microsoft.com/office/drawing/2014/main" xmlns="" id="{F7AEED24-D842-C3E8-2E3F-564DB8F6E8D2}"/>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2AE043BD-A6AE-4C1D-A00A-77B429796457}" type="slidenum">
              <a:rPr lang="en-US" smtClean="0"/>
              <a:pPr>
                <a:spcAft>
                  <a:spcPts val="600"/>
                </a:spcAft>
              </a:pPr>
              <a:t>1</a:t>
            </a:fld>
            <a:endParaRPr lang="en-US"/>
          </a:p>
        </p:txBody>
      </p:sp>
      <p:grpSp>
        <p:nvGrpSpPr>
          <p:cNvPr id="26" name="Group 25">
            <a:extLst>
              <a:ext uri="{FF2B5EF4-FFF2-40B4-BE49-F238E27FC236}">
                <a16:creationId xmlns:a16="http://schemas.microsoft.com/office/drawing/2014/main" xmlns="" id="{C78D9229-E61D-4FEE-8321-2F8B64A8CADF}"/>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rot="5400000" flipH="1">
            <a:off x="10186037" y="4852038"/>
            <a:ext cx="2151670" cy="1860256"/>
            <a:chOff x="-305" y="-4155"/>
            <a:chExt cx="2514948" cy="2174333"/>
          </a:xfrm>
        </p:grpSpPr>
        <p:sp>
          <p:nvSpPr>
            <p:cNvPr id="27" name="Freeform: Shape 26">
              <a:extLst>
                <a:ext uri="{FF2B5EF4-FFF2-40B4-BE49-F238E27FC236}">
                  <a16:creationId xmlns:a16="http://schemas.microsoft.com/office/drawing/2014/main" xmlns="" id="{1FDD3CCB-26A3-4D79-AEB6-7A60CF980DC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xmlns="" id="{E9AC4470-5113-4709-B29F-CDB937F2545C}"/>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xmlns="" id="{3E0D146C-9DAB-421E-AE88-5F854BF3F7E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0" name="Freeform: Shape 29">
              <a:extLst>
                <a:ext uri="{FF2B5EF4-FFF2-40B4-BE49-F238E27FC236}">
                  <a16:creationId xmlns:a16="http://schemas.microsoft.com/office/drawing/2014/main" xmlns="" id="{12EB32A5-4408-4F6C-84B2-F9A908237A6D}"/>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6" name="Picture 5" descr="A hands holding a light bulb&#10;&#10;AI-generated content may be incorrect.">
            <a:extLst>
              <a:ext uri="{FF2B5EF4-FFF2-40B4-BE49-F238E27FC236}">
                <a16:creationId xmlns:a16="http://schemas.microsoft.com/office/drawing/2014/main" xmlns="" id="{9F52A71C-44A3-2F37-D0DE-AAB637FE9C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609" y="296223"/>
            <a:ext cx="939800" cy="965200"/>
          </a:xfrm>
          <a:prstGeom prst="rect">
            <a:avLst/>
          </a:prstGeom>
        </p:spPr>
      </p:pic>
    </p:spTree>
    <p:extLst>
      <p:ext uri="{BB962C8B-B14F-4D97-AF65-F5344CB8AC3E}">
        <p14:creationId xmlns:p14="http://schemas.microsoft.com/office/powerpoint/2010/main" val="9021493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xmlns="" id="{A80BB20B-F698-9029-3C89-1809ECA981B4}"/>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xmlns="" id="{3C78AD1F-4F7B-81CC-FEBE-4670D5A43AC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xmlns="" id="{D6C05ADC-EBCA-9F88-FC1E-077C36C3E6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xmlns="" id="{7F2E365C-4DAD-96E1-BD5C-0EE3EAD6BF1B}"/>
              </a:ext>
            </a:extLst>
          </p:cNvPr>
          <p:cNvSpPr txBox="1"/>
          <p:nvPr/>
        </p:nvSpPr>
        <p:spPr>
          <a:xfrm>
            <a:off x="1179576" y="1163848"/>
            <a:ext cx="9829800" cy="1325880"/>
          </a:xfrm>
          <a:prstGeom prst="rect">
            <a:avLst/>
          </a:prstGeom>
        </p:spPr>
        <p:txBody>
          <a:bodyPr vert="horz" lIns="91440" tIns="45720" rIns="91440" bIns="45720" rtlCol="0" anchor="b">
            <a:normAutofit/>
          </a:bodyPr>
          <a:lstStyle/>
          <a:p>
            <a:r>
              <a:t>AI Interview Platform</a:t>
            </a:r>
          </a:p>
        </p:txBody>
      </p:sp>
      <p:grpSp>
        <p:nvGrpSpPr>
          <p:cNvPr id="20" name="Group 19">
            <a:extLst>
              <a:ext uri="{FF2B5EF4-FFF2-40B4-BE49-F238E27FC236}">
                <a16:creationId xmlns:a16="http://schemas.microsoft.com/office/drawing/2014/main" xmlns="" id="{CCB70DC0-DEF5-82D2-84D3-5090BDF0D29A}"/>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305" y="-1"/>
            <a:ext cx="3362070" cy="2522848"/>
            <a:chOff x="-305" y="-1"/>
            <a:chExt cx="3832880" cy="2876136"/>
          </a:xfrm>
        </p:grpSpPr>
        <p:sp>
          <p:nvSpPr>
            <p:cNvPr id="21" name="Freeform: Shape 20">
              <a:extLst>
                <a:ext uri="{FF2B5EF4-FFF2-40B4-BE49-F238E27FC236}">
                  <a16:creationId xmlns:a16="http://schemas.microsoft.com/office/drawing/2014/main" xmlns="" id="{70B99616-C896-F10A-6A37-6619B94F8B5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xmlns="" id="{91DB4322-2DFB-A6A7-E968-ECB11ECE405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xmlns="" id="{BB5A62EA-7B6B-AB02-6DA3-10823E7C5C6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xmlns="" id="{29BCEA99-BAB3-D646-3C26-C6E0E542818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1" name="Picture 10" descr="A close-up of a logo&#10;&#10;AI-generated content may be incorrect.">
            <a:extLst>
              <a:ext uri="{FF2B5EF4-FFF2-40B4-BE49-F238E27FC236}">
                <a16:creationId xmlns:a16="http://schemas.microsoft.com/office/drawing/2014/main" xmlns="" id="{472C507D-9272-1AE0-5DF9-F12A9CB20E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37540" y="193425"/>
            <a:ext cx="2140851" cy="813523"/>
          </a:xfrm>
          <a:prstGeom prst="rect">
            <a:avLst/>
          </a:prstGeom>
        </p:spPr>
      </p:pic>
      <p:sp>
        <p:nvSpPr>
          <p:cNvPr id="8" name="TextBox 7">
            <a:extLst>
              <a:ext uri="{FF2B5EF4-FFF2-40B4-BE49-F238E27FC236}">
                <a16:creationId xmlns:a16="http://schemas.microsoft.com/office/drawing/2014/main" xmlns="" id="{00C8108A-C924-47FE-071A-B6C1E0E3B382}"/>
              </a:ext>
            </a:extLst>
          </p:cNvPr>
          <p:cNvSpPr txBox="1"/>
          <p:nvPr/>
        </p:nvSpPr>
        <p:spPr>
          <a:xfrm>
            <a:off x="4329874" y="2597660"/>
            <a:ext cx="3529204" cy="831340"/>
          </a:xfrm>
          <a:prstGeom prst="rect">
            <a:avLst/>
          </a:prstGeom>
        </p:spPr>
        <p:txBody>
          <a:bodyPr vert="horz" lIns="91440" tIns="45720" rIns="91440" bIns="45720" rtlCol="0" anchor="ctr">
            <a:normAutofit/>
          </a:bodyPr>
          <a:lstStyle/>
          <a:p>
            <a:r>
              <a:t>Team Name:  | Team ID: </a:t>
            </a:r>
          </a:p>
        </p:txBody>
      </p:sp>
      <p:sp>
        <p:nvSpPr>
          <p:cNvPr id="4" name="Slide Number Placeholder 3">
            <a:extLst>
              <a:ext uri="{FF2B5EF4-FFF2-40B4-BE49-F238E27FC236}">
                <a16:creationId xmlns:a16="http://schemas.microsoft.com/office/drawing/2014/main" xmlns="" id="{23857BA8-6A88-2C40-6D15-F60E248A9E5A}"/>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2AE043BD-A6AE-4C1D-A00A-77B429796457}" type="slidenum">
              <a:rPr lang="en-US" smtClean="0"/>
              <a:pPr>
                <a:spcAft>
                  <a:spcPts val="600"/>
                </a:spcAft>
              </a:pPr>
              <a:t>2</a:t>
            </a:fld>
            <a:endParaRPr lang="en-US"/>
          </a:p>
        </p:txBody>
      </p:sp>
      <p:grpSp>
        <p:nvGrpSpPr>
          <p:cNvPr id="26" name="Group 25">
            <a:extLst>
              <a:ext uri="{FF2B5EF4-FFF2-40B4-BE49-F238E27FC236}">
                <a16:creationId xmlns:a16="http://schemas.microsoft.com/office/drawing/2014/main" xmlns="" id="{F0173917-5C1C-82AB-6142-EB886DC6EEA0}"/>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rot="5400000" flipH="1">
            <a:off x="10186037" y="4852038"/>
            <a:ext cx="2151670" cy="1860256"/>
            <a:chOff x="-305" y="-4155"/>
            <a:chExt cx="2514948" cy="2174333"/>
          </a:xfrm>
        </p:grpSpPr>
        <p:sp>
          <p:nvSpPr>
            <p:cNvPr id="27" name="Freeform: Shape 26">
              <a:extLst>
                <a:ext uri="{FF2B5EF4-FFF2-40B4-BE49-F238E27FC236}">
                  <a16:creationId xmlns:a16="http://schemas.microsoft.com/office/drawing/2014/main" xmlns="" id="{EC858B04-B12F-1D0A-121A-346F95B99B63}"/>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xmlns="" id="{B504C547-3367-766C-837A-A78935C9AF0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xmlns="" id="{F5FD4B83-38EE-F5C8-A96F-D32BF29FD0EC}"/>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0" name="Freeform: Shape 29">
              <a:extLst>
                <a:ext uri="{FF2B5EF4-FFF2-40B4-BE49-F238E27FC236}">
                  <a16:creationId xmlns:a16="http://schemas.microsoft.com/office/drawing/2014/main" xmlns="" id="{75009BB2-8F7B-D699-BD61-2727F0F203A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6" name="Picture 5" descr="A hands holding a light bulb&#10;&#10;AI-generated content may be incorrect.">
            <a:extLst>
              <a:ext uri="{FF2B5EF4-FFF2-40B4-BE49-F238E27FC236}">
                <a16:creationId xmlns:a16="http://schemas.microsoft.com/office/drawing/2014/main" xmlns="" id="{3156E695-F4ED-A550-9B6B-36EEB08483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609" y="296223"/>
            <a:ext cx="939800" cy="965200"/>
          </a:xfrm>
          <a:prstGeom prst="rect">
            <a:avLst/>
          </a:prstGeom>
        </p:spPr>
      </p:pic>
      <p:sp>
        <p:nvSpPr>
          <p:cNvPr id="5" name="TextBox 4">
            <a:extLst>
              <a:ext uri="{FF2B5EF4-FFF2-40B4-BE49-F238E27FC236}">
                <a16:creationId xmlns:a16="http://schemas.microsoft.com/office/drawing/2014/main" xmlns="" id="{FEB0F3D4-715A-9B70-76F8-0B1A410BD936}"/>
              </a:ext>
            </a:extLst>
          </p:cNvPr>
          <p:cNvSpPr txBox="1"/>
          <p:nvPr/>
        </p:nvSpPr>
        <p:spPr>
          <a:xfrm>
            <a:off x="1381321" y="3680386"/>
            <a:ext cx="6096000" cy="1200329"/>
          </a:xfrm>
          <a:prstGeom prst="rect">
            <a:avLst/>
          </a:prstGeom>
          <a:noFill/>
        </p:spPr>
        <p:txBody>
          <a:bodyPr wrap="square">
            <a:spAutoFit/>
          </a:bodyPr>
          <a:lstStyle/>
          <a:p>
            <a:r>
              <a:t>Team Members:</a:t>
            </a:r>
          </a:p>
          <a:p>
            <a:r>
              <a:t>1.</a:t>
            </a:r>
          </a:p>
          <a:p>
            <a:r>
              <a:t>2.</a:t>
            </a:r>
          </a:p>
        </p:txBody>
      </p:sp>
    </p:spTree>
    <p:extLst>
      <p:ext uri="{BB962C8B-B14F-4D97-AF65-F5344CB8AC3E}">
        <p14:creationId xmlns:p14="http://schemas.microsoft.com/office/powerpoint/2010/main" val="26429392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97C1B8-6662-5502-4089-9DEA9AE8D62B}"/>
              </a:ext>
            </a:extLst>
          </p:cNvPr>
          <p:cNvSpPr>
            <a:spLocks noGrp="1"/>
          </p:cNvSpPr>
          <p:nvPr>
            <p:ph type="title"/>
          </p:nvPr>
        </p:nvSpPr>
        <p:spPr/>
        <p:txBody>
          <a:bodyPr/>
          <a:lstStyle/>
          <a:p>
            <a:r>
              <a:rPr lang="en-US" dirty="0"/>
              <a:t>Problem Statement</a:t>
            </a:r>
            <a:endParaRPr lang="en-IN" dirty="0"/>
          </a:p>
        </p:txBody>
      </p:sp>
      <p:sp>
        <p:nvSpPr>
          <p:cNvPr id="4" name="Slide Number Placeholder 3">
            <a:extLst>
              <a:ext uri="{FF2B5EF4-FFF2-40B4-BE49-F238E27FC236}">
                <a16:creationId xmlns:a16="http://schemas.microsoft.com/office/drawing/2014/main" xmlns="" id="{1B606C71-BB9E-D39E-2E01-6947D28695EC}"/>
              </a:ext>
            </a:extLst>
          </p:cNvPr>
          <p:cNvSpPr>
            <a:spLocks noGrp="1"/>
          </p:cNvSpPr>
          <p:nvPr>
            <p:ph type="sldNum" sz="quarter" idx="12"/>
          </p:nvPr>
        </p:nvSpPr>
        <p:spPr/>
        <p:txBody>
          <a:bodyPr/>
          <a:lstStyle/>
          <a:p>
            <a:fld id="{2AE043BD-A6AE-4C1D-A00A-77B429796457}" type="slidenum">
              <a:rPr lang="en-IN" smtClean="0"/>
              <a:t>3</a:t>
            </a:fld>
            <a:r>
              <a:rPr lang="en-IN" dirty="0"/>
              <a:t> W</a:t>
            </a:r>
          </a:p>
        </p:txBody>
      </p:sp>
      <p:pic>
        <p:nvPicPr>
          <p:cNvPr id="5" name="Picture 2" descr="Sharda University Logo &amp; Brand Assets (SVG, PNG and vector ...">
            <a:extLst>
              <a:ext uri="{FF2B5EF4-FFF2-40B4-BE49-F238E27FC236}">
                <a16:creationId xmlns:a16="http://schemas.microsoft.com/office/drawing/2014/main" xmlns="" id="{5F4F79DF-9767-E5A8-8AF3-F6335318A36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7448" b="28737"/>
          <a:stretch>
            <a:fillRect/>
          </a:stretch>
        </p:blipFill>
        <p:spPr bwMode="auto">
          <a:xfrm>
            <a:off x="10248900" y="0"/>
            <a:ext cx="1943100" cy="801280"/>
          </a:xfrm>
          <a:prstGeom prst="rect">
            <a:avLst/>
          </a:prstGeom>
          <a:noFill/>
          <a:extLst>
            <a:ext uri="{909E8E84-426E-40DD-AFC4-6F175D3DCCD1}">
              <a14:hiddenFill xmlns:a14="http://schemas.microsoft.com/office/drawing/2010/main">
                <a:solidFill>
                  <a:srgbClr val="FFFFFF"/>
                </a:solidFill>
              </a14:hiddenFill>
            </a:ext>
          </a:extLst>
        </p:spPr>
      </p:pic>
      <p:sp useBgFill="1">
        <p:nvSpPr>
          <p:cNvPr id="3" name="Rectangle 2">
            <a:extLst>
              <a:ext uri="{FF2B5EF4-FFF2-40B4-BE49-F238E27FC236}">
                <a16:creationId xmlns:a16="http://schemas.microsoft.com/office/drawing/2014/main" xmlns="" id="{57521C2D-0A12-0BE0-D27F-A64EC882E13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xmlns="" id="{1C633C47-0227-5277-1FFA-57C12A05F83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xmlns="" id="{A99EBEFD-2238-7C2F-DF28-B09B2A460C30}"/>
              </a:ext>
            </a:extLst>
          </p:cNvPr>
          <p:cNvSpPr txBox="1"/>
          <p:nvPr/>
        </p:nvSpPr>
        <p:spPr>
          <a:xfrm>
            <a:off x="4171901" y="367607"/>
            <a:ext cx="3844144" cy="433673"/>
          </a:xfrm>
          <a:prstGeom prst="rect">
            <a:avLst/>
          </a:prstGeom>
        </p:spPr>
        <p:txBody>
          <a:bodyPr vert="horz" lIns="91440" tIns="45720" rIns="91440" bIns="45720" rtlCol="0" anchor="b">
            <a:noAutofit/>
          </a:bodyPr>
          <a:lstStyle/>
          <a:p>
            <a:pPr algn="ctr">
              <a:lnSpc>
                <a:spcPct val="90000"/>
              </a:lnSpc>
              <a:spcBef>
                <a:spcPct val="0"/>
              </a:spcBef>
              <a:spcAft>
                <a:spcPts val="600"/>
              </a:spcAft>
            </a:pPr>
            <a:r>
              <a:rPr lang="en-US" sz="3000" b="1" kern="1200" dirty="0">
                <a:latin typeface="+mj-lt"/>
                <a:ea typeface="+mj-ea"/>
                <a:cs typeface="+mj-cs"/>
              </a:rPr>
              <a:t>Problem Statement</a:t>
            </a:r>
          </a:p>
        </p:txBody>
      </p:sp>
      <p:grpSp>
        <p:nvGrpSpPr>
          <p:cNvPr id="8" name="Group 7">
            <a:extLst>
              <a:ext uri="{FF2B5EF4-FFF2-40B4-BE49-F238E27FC236}">
                <a16:creationId xmlns:a16="http://schemas.microsoft.com/office/drawing/2014/main" xmlns="" id="{C11F4149-52B1-AB05-4DBF-9B5E32861670}"/>
              </a:ext>
              <a:ext uri="{C183D7F6-B498-43B3-948B-1728B52AA6E4}">
                <adec:decorative xmlns:adec="http://schemas.microsoft.com/office/drawing/2017/decorative" xmlns="" val="1"/>
              </a:ext>
            </a:extLst>
          </p:cNvPr>
          <p:cNvGrpSpPr/>
          <p:nvPr>
            <p:extLst>
              <p:ext uri="{386F3935-93C4-4BCD-93E2-E3B085C9AB24}">
                <p16:designElem xmlns:p16="http://schemas.microsoft.com/office/powerpoint/2015/main" xmlns="" val="1"/>
              </p:ext>
            </p:extLst>
          </p:nvPr>
        </p:nvGrpSpPr>
        <p:grpSpPr>
          <a:xfrm>
            <a:off x="-305" y="-1"/>
            <a:ext cx="3362070" cy="2522848"/>
            <a:chOff x="-305" y="-1"/>
            <a:chExt cx="3832880" cy="2876136"/>
          </a:xfrm>
        </p:grpSpPr>
        <p:sp>
          <p:nvSpPr>
            <p:cNvPr id="9" name="Freeform: Shape 20">
              <a:extLst>
                <a:ext uri="{FF2B5EF4-FFF2-40B4-BE49-F238E27FC236}">
                  <a16:creationId xmlns:a16="http://schemas.microsoft.com/office/drawing/2014/main" xmlns="" id="{C4F8C0D9-4C65-56AE-4144-C9CD551DE99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21">
              <a:extLst>
                <a:ext uri="{FF2B5EF4-FFF2-40B4-BE49-F238E27FC236}">
                  <a16:creationId xmlns:a16="http://schemas.microsoft.com/office/drawing/2014/main" xmlns="" id="{05478CF4-30DD-6522-6898-A1FBC9668F5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22">
              <a:extLst>
                <a:ext uri="{FF2B5EF4-FFF2-40B4-BE49-F238E27FC236}">
                  <a16:creationId xmlns:a16="http://schemas.microsoft.com/office/drawing/2014/main" xmlns="" id="{EC383C5F-8D6C-0C91-7F35-C78C36895FC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23">
              <a:extLst>
                <a:ext uri="{FF2B5EF4-FFF2-40B4-BE49-F238E27FC236}">
                  <a16:creationId xmlns:a16="http://schemas.microsoft.com/office/drawing/2014/main" xmlns="" id="{2AE493C0-FED7-A378-B4F2-739979AB13C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3" name="Picture 12" descr="A close-up of a logo&#10;&#10;AI-generated content may be incorrect.">
            <a:extLst>
              <a:ext uri="{FF2B5EF4-FFF2-40B4-BE49-F238E27FC236}">
                <a16:creationId xmlns:a16="http://schemas.microsoft.com/office/drawing/2014/main" xmlns="" id="{17FA03F5-F4BF-E184-6040-856156AE1C7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37540" y="193425"/>
            <a:ext cx="2140851" cy="813523"/>
          </a:xfrm>
          <a:prstGeom prst="rect">
            <a:avLst/>
          </a:prstGeom>
        </p:spPr>
      </p:pic>
      <p:sp>
        <p:nvSpPr>
          <p:cNvPr id="15" name="Slide Number Placeholder 3">
            <a:extLst>
              <a:ext uri="{FF2B5EF4-FFF2-40B4-BE49-F238E27FC236}">
                <a16:creationId xmlns:a16="http://schemas.microsoft.com/office/drawing/2014/main" xmlns="" id="{8CA6072C-462B-7E98-EF93-005F337ED60C}"/>
              </a:ext>
            </a:extLst>
          </p:cNvPr>
          <p:cNvSpPr txBox="1">
            <a:spLocks/>
          </p:cNvSpPr>
          <p:nvPr/>
        </p:nvSpPr>
        <p:spPr>
          <a:xfrm>
            <a:off x="8610600" y="6356350"/>
            <a:ext cx="2743200" cy="3651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2AE043BD-A6AE-4C1D-A00A-77B429796457}" type="slidenum">
              <a:rPr lang="en-US" smtClean="0"/>
              <a:pPr>
                <a:spcAft>
                  <a:spcPts val="600"/>
                </a:spcAft>
              </a:pPr>
              <a:t>3</a:t>
            </a:fld>
            <a:endParaRPr lang="en-US"/>
          </a:p>
        </p:txBody>
      </p:sp>
      <p:grpSp>
        <p:nvGrpSpPr>
          <p:cNvPr id="16" name="Group 15">
            <a:extLst>
              <a:ext uri="{FF2B5EF4-FFF2-40B4-BE49-F238E27FC236}">
                <a16:creationId xmlns:a16="http://schemas.microsoft.com/office/drawing/2014/main" xmlns="" id="{845E4D8B-36E6-F1FE-5E67-E097BFFEC747}"/>
              </a:ext>
              <a:ext uri="{C183D7F6-B498-43B3-948B-1728B52AA6E4}">
                <adec:decorative xmlns:adec="http://schemas.microsoft.com/office/drawing/2017/decorative" xmlns="" val="1"/>
              </a:ext>
            </a:extLst>
          </p:cNvPr>
          <p:cNvGrpSpPr/>
          <p:nvPr>
            <p:extLst>
              <p:ext uri="{386F3935-93C4-4BCD-93E2-E3B085C9AB24}">
                <p16:designElem xmlns:p16="http://schemas.microsoft.com/office/powerpoint/2015/main" xmlns="" val="1"/>
              </p:ext>
            </p:extLst>
          </p:nvPr>
        </p:nvGrpSpPr>
        <p:grpSpPr>
          <a:xfrm rot="5400000" flipH="1">
            <a:off x="10186037" y="4852038"/>
            <a:ext cx="2151670" cy="1860256"/>
            <a:chOff x="-305" y="-4155"/>
            <a:chExt cx="2514948" cy="2174333"/>
          </a:xfrm>
        </p:grpSpPr>
        <p:sp>
          <p:nvSpPr>
            <p:cNvPr id="17" name="Freeform: Shape 26">
              <a:extLst>
                <a:ext uri="{FF2B5EF4-FFF2-40B4-BE49-F238E27FC236}">
                  <a16:creationId xmlns:a16="http://schemas.microsoft.com/office/drawing/2014/main" xmlns="" id="{194A745E-CF17-8242-AAC1-CFD911AD49F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27">
              <a:extLst>
                <a:ext uri="{FF2B5EF4-FFF2-40B4-BE49-F238E27FC236}">
                  <a16:creationId xmlns:a16="http://schemas.microsoft.com/office/drawing/2014/main" xmlns="" id="{0B68D38B-937C-ADE3-3B5F-1BBD3AD714E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28">
              <a:extLst>
                <a:ext uri="{FF2B5EF4-FFF2-40B4-BE49-F238E27FC236}">
                  <a16:creationId xmlns:a16="http://schemas.microsoft.com/office/drawing/2014/main" xmlns="" id="{036A3A8D-E06A-449C-6C90-F84B9E8A20C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0" name="Freeform: Shape 29">
              <a:extLst>
                <a:ext uri="{FF2B5EF4-FFF2-40B4-BE49-F238E27FC236}">
                  <a16:creationId xmlns:a16="http://schemas.microsoft.com/office/drawing/2014/main" xmlns="" id="{38AF1577-067B-B497-7804-C17FA4C22FFD}"/>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1" name="Picture 20" descr="A hands holding a light bulb&#10;&#10;AI-generated content may be incorrect.">
            <a:extLst>
              <a:ext uri="{FF2B5EF4-FFF2-40B4-BE49-F238E27FC236}">
                <a16:creationId xmlns:a16="http://schemas.microsoft.com/office/drawing/2014/main" xmlns="" id="{5C19E2A6-1141-C824-F2BF-D2BFCF09C3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3609" y="296223"/>
            <a:ext cx="939800" cy="965200"/>
          </a:xfrm>
          <a:prstGeom prst="rect">
            <a:avLst/>
          </a:prstGeom>
        </p:spPr>
      </p:pic>
      <p:sp>
        <p:nvSpPr>
          <p:cNvPr id="22" name="TextBox 21"/>
          <p:cNvSpPr txBox="1"/>
          <p:nvPr/>
        </p:nvSpPr>
        <p:spPr>
          <a:xfrm>
            <a:off x="1180000" y="1500000"/>
            <a:ext cx="9600000" cy="3600000"/>
          </a:xfrm>
          <a:prstGeom prst="rect">
            <a:avLst/>
          </a:prstGeom>
          <a:noFill/>
        </p:spPr>
        <p:txBody>
          <a:bodyPr wrap="square">
            <a:spAutoFit/>
          </a:bodyPr>
          <a:lstStyle/>
          <a:p>
            <a:pPr>
              <a:defRPr sz="2000"/>
            </a:pPr>
            <a:r>
              <a:t>Hiring teams spend too much time on screening and first-round interviews. Manual rounds are hard to scale, feedback quality varies between interviewers, and scheduling delays slow the hiring pipeline. This creates inconsistent candidate evaluation and increases recruitment effort for HR teams.</a:t>
            </a:r>
          </a:p>
        </p:txBody>
      </p:sp>
    </p:spTree>
    <p:extLst>
      <p:ext uri="{BB962C8B-B14F-4D97-AF65-F5344CB8AC3E}">
        <p14:creationId xmlns:p14="http://schemas.microsoft.com/office/powerpoint/2010/main" val="31201517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478E274-C627-E80A-CF40-A772916C0C2C}"/>
              </a:ext>
            </a:extLst>
          </p:cNvPr>
          <p:cNvSpPr>
            <a:spLocks noGrp="1"/>
          </p:cNvSpPr>
          <p:nvPr>
            <p:ph type="title"/>
          </p:nvPr>
        </p:nvSpPr>
        <p:spPr/>
        <p:txBody>
          <a:bodyPr/>
          <a:lstStyle/>
          <a:p>
            <a:r>
              <a:rPr lang="en-IN" dirty="0"/>
              <a:t>Proposed Solution / Idea</a:t>
            </a:r>
          </a:p>
        </p:txBody>
      </p:sp>
      <p:sp>
        <p:nvSpPr>
          <p:cNvPr id="4" name="Slide Number Placeholder 3">
            <a:extLst>
              <a:ext uri="{FF2B5EF4-FFF2-40B4-BE49-F238E27FC236}">
                <a16:creationId xmlns:a16="http://schemas.microsoft.com/office/drawing/2014/main" xmlns="" id="{1BFB5FD9-1F5F-5F84-88D9-A72F013CADA7}"/>
              </a:ext>
            </a:extLst>
          </p:cNvPr>
          <p:cNvSpPr>
            <a:spLocks noGrp="1"/>
          </p:cNvSpPr>
          <p:nvPr>
            <p:ph type="sldNum" sz="quarter" idx="12"/>
          </p:nvPr>
        </p:nvSpPr>
        <p:spPr/>
        <p:txBody>
          <a:bodyPr/>
          <a:lstStyle/>
          <a:p>
            <a:fld id="{2AE043BD-A6AE-4C1D-A00A-77B429796457}" type="slidenum">
              <a:rPr lang="en-IN" smtClean="0"/>
              <a:t>4</a:t>
            </a:fld>
            <a:endParaRPr lang="en-IN"/>
          </a:p>
        </p:txBody>
      </p:sp>
      <p:pic>
        <p:nvPicPr>
          <p:cNvPr id="5" name="Picture 2" descr="Sharda University Logo &amp; Brand Assets (SVG, PNG and vector ...">
            <a:extLst>
              <a:ext uri="{FF2B5EF4-FFF2-40B4-BE49-F238E27FC236}">
                <a16:creationId xmlns:a16="http://schemas.microsoft.com/office/drawing/2014/main" xmlns="" id="{1881C505-F0BD-25E8-FD3B-3295A5E318C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7448" b="28737"/>
          <a:stretch>
            <a:fillRect/>
          </a:stretch>
        </p:blipFill>
        <p:spPr bwMode="auto">
          <a:xfrm>
            <a:off x="10248900" y="0"/>
            <a:ext cx="1943100" cy="80128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xmlns="" id="{2617EDC7-637D-2183-3E37-C6BECCCACC9E}"/>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Problem Statement</a:t>
            </a:r>
            <a:endParaRPr lang="en-IN" dirty="0"/>
          </a:p>
        </p:txBody>
      </p:sp>
      <p:sp>
        <p:nvSpPr>
          <p:cNvPr id="6" name="Slide Number Placeholder 3">
            <a:extLst>
              <a:ext uri="{FF2B5EF4-FFF2-40B4-BE49-F238E27FC236}">
                <a16:creationId xmlns:a16="http://schemas.microsoft.com/office/drawing/2014/main" xmlns="" id="{7CE7E5F9-EB5C-2C3D-7B75-4D4DDE0494D3}"/>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AE043BD-A6AE-4C1D-A00A-77B429796457}" type="slidenum">
              <a:rPr lang="en-IN" smtClean="0"/>
              <a:pPr/>
              <a:t>4</a:t>
            </a:fld>
            <a:r>
              <a:rPr lang="en-IN"/>
              <a:t> W</a:t>
            </a:r>
            <a:endParaRPr lang="en-IN" dirty="0"/>
          </a:p>
        </p:txBody>
      </p:sp>
      <p:pic>
        <p:nvPicPr>
          <p:cNvPr id="7" name="Picture 2" descr="Sharda University Logo &amp; Brand Assets (SVG, PNG and vector ...">
            <a:extLst>
              <a:ext uri="{FF2B5EF4-FFF2-40B4-BE49-F238E27FC236}">
                <a16:creationId xmlns:a16="http://schemas.microsoft.com/office/drawing/2014/main" xmlns="" id="{B683A6EE-89A4-6714-8511-0ED76F47C4B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7448" b="28737"/>
          <a:stretch>
            <a:fillRect/>
          </a:stretch>
        </p:blipFill>
        <p:spPr bwMode="auto">
          <a:xfrm>
            <a:off x="10248900" y="0"/>
            <a:ext cx="1943100" cy="801280"/>
          </a:xfrm>
          <a:prstGeom prst="rect">
            <a:avLst/>
          </a:prstGeom>
          <a:noFill/>
          <a:extLst>
            <a:ext uri="{909E8E84-426E-40DD-AFC4-6F175D3DCCD1}">
              <a14:hiddenFill xmlns:a14="http://schemas.microsoft.com/office/drawing/2010/main">
                <a:solidFill>
                  <a:srgbClr val="FFFFFF"/>
                </a:solidFill>
              </a14:hiddenFill>
            </a:ext>
          </a:extLst>
        </p:spPr>
      </p:pic>
      <p:sp useBgFill="1">
        <p:nvSpPr>
          <p:cNvPr id="8" name="Rectangle 7">
            <a:extLst>
              <a:ext uri="{FF2B5EF4-FFF2-40B4-BE49-F238E27FC236}">
                <a16:creationId xmlns:a16="http://schemas.microsoft.com/office/drawing/2014/main" xmlns="" id="{237A484D-D11F-0B17-F111-F76FB0BE0F1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xmlns="" id="{66A39220-2E5E-9225-03C7-7D31CE8FE27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xmlns="" id="{F05091E1-2002-C3EF-AD14-30B2F7142842}"/>
              </a:ext>
            </a:extLst>
          </p:cNvPr>
          <p:cNvSpPr txBox="1"/>
          <p:nvPr/>
        </p:nvSpPr>
        <p:spPr>
          <a:xfrm>
            <a:off x="3860250" y="367607"/>
            <a:ext cx="4462617" cy="433673"/>
          </a:xfrm>
          <a:prstGeom prst="rect">
            <a:avLst/>
          </a:prstGeom>
        </p:spPr>
        <p:txBody>
          <a:bodyPr vert="horz" lIns="91440" tIns="45720" rIns="91440" bIns="45720" rtlCol="0" anchor="b">
            <a:noAutofit/>
          </a:bodyPr>
          <a:lstStyle/>
          <a:p>
            <a:pPr algn="ctr">
              <a:lnSpc>
                <a:spcPct val="90000"/>
              </a:lnSpc>
              <a:spcBef>
                <a:spcPct val="0"/>
              </a:spcBef>
              <a:spcAft>
                <a:spcPts val="600"/>
              </a:spcAft>
            </a:pPr>
            <a:r>
              <a:rPr lang="en-US" sz="3000" b="1" kern="1200" dirty="0">
                <a:latin typeface="+mj-lt"/>
                <a:ea typeface="+mj-ea"/>
                <a:cs typeface="+mj-cs"/>
              </a:rPr>
              <a:t>Proposed Solution/Idea</a:t>
            </a:r>
          </a:p>
        </p:txBody>
      </p:sp>
      <p:grpSp>
        <p:nvGrpSpPr>
          <p:cNvPr id="11" name="Group 10">
            <a:extLst>
              <a:ext uri="{FF2B5EF4-FFF2-40B4-BE49-F238E27FC236}">
                <a16:creationId xmlns:a16="http://schemas.microsoft.com/office/drawing/2014/main" xmlns="" id="{A61F2F74-3A1F-1FC4-F4D1-EDAA57D68A27}"/>
              </a:ext>
              <a:ext uri="{C183D7F6-B498-43B3-948B-1728B52AA6E4}">
                <adec:decorative xmlns:adec="http://schemas.microsoft.com/office/drawing/2017/decorative" xmlns="" val="1"/>
              </a:ext>
            </a:extLst>
          </p:cNvPr>
          <p:cNvGrpSpPr/>
          <p:nvPr>
            <p:extLst>
              <p:ext uri="{386F3935-93C4-4BCD-93E2-E3B085C9AB24}">
                <p16:designElem xmlns:p16="http://schemas.microsoft.com/office/powerpoint/2015/main" xmlns="" val="1"/>
              </p:ext>
            </p:extLst>
          </p:nvPr>
        </p:nvGrpSpPr>
        <p:grpSpPr>
          <a:xfrm>
            <a:off x="-305" y="-1"/>
            <a:ext cx="3362070" cy="2522848"/>
            <a:chOff x="-305" y="-1"/>
            <a:chExt cx="3832880" cy="2876136"/>
          </a:xfrm>
        </p:grpSpPr>
        <p:sp>
          <p:nvSpPr>
            <p:cNvPr id="12" name="Freeform: Shape 20">
              <a:extLst>
                <a:ext uri="{FF2B5EF4-FFF2-40B4-BE49-F238E27FC236}">
                  <a16:creationId xmlns:a16="http://schemas.microsoft.com/office/drawing/2014/main" xmlns="" id="{0F18D0D6-2A36-D31D-D9D1-5A6DF35D51D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21">
              <a:extLst>
                <a:ext uri="{FF2B5EF4-FFF2-40B4-BE49-F238E27FC236}">
                  <a16:creationId xmlns:a16="http://schemas.microsoft.com/office/drawing/2014/main" xmlns="" id="{DC2468D4-3664-2D33-9388-48C1EEA509C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22">
              <a:extLst>
                <a:ext uri="{FF2B5EF4-FFF2-40B4-BE49-F238E27FC236}">
                  <a16:creationId xmlns:a16="http://schemas.microsoft.com/office/drawing/2014/main" xmlns="" id="{FD6F78CC-57EB-00F3-78A1-5BE0F030D69C}"/>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23">
              <a:extLst>
                <a:ext uri="{FF2B5EF4-FFF2-40B4-BE49-F238E27FC236}">
                  <a16:creationId xmlns:a16="http://schemas.microsoft.com/office/drawing/2014/main" xmlns="" id="{24639984-D9DD-7D44-7846-ED71B459802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6" name="Picture 15" descr="A close-up of a logo&#10;&#10;AI-generated content may be incorrect.">
            <a:extLst>
              <a:ext uri="{FF2B5EF4-FFF2-40B4-BE49-F238E27FC236}">
                <a16:creationId xmlns:a16="http://schemas.microsoft.com/office/drawing/2014/main" xmlns="" id="{B6E4A9D6-5D70-4F8A-0423-C0154E804DC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37540" y="193425"/>
            <a:ext cx="2140851" cy="813523"/>
          </a:xfrm>
          <a:prstGeom prst="rect">
            <a:avLst/>
          </a:prstGeom>
        </p:spPr>
      </p:pic>
      <p:sp>
        <p:nvSpPr>
          <p:cNvPr id="17" name="Slide Number Placeholder 3">
            <a:extLst>
              <a:ext uri="{FF2B5EF4-FFF2-40B4-BE49-F238E27FC236}">
                <a16:creationId xmlns:a16="http://schemas.microsoft.com/office/drawing/2014/main" xmlns="" id="{B48891F8-A067-286D-FFC5-F283B06FA60A}"/>
              </a:ext>
            </a:extLst>
          </p:cNvPr>
          <p:cNvSpPr txBox="1">
            <a:spLocks/>
          </p:cNvSpPr>
          <p:nvPr/>
        </p:nvSpPr>
        <p:spPr>
          <a:xfrm>
            <a:off x="8610600" y="6356350"/>
            <a:ext cx="2743200" cy="3651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2AE043BD-A6AE-4C1D-A00A-77B429796457}" type="slidenum">
              <a:rPr lang="en-US" smtClean="0"/>
              <a:pPr>
                <a:spcAft>
                  <a:spcPts val="600"/>
                </a:spcAft>
              </a:pPr>
              <a:t>4</a:t>
            </a:fld>
            <a:endParaRPr lang="en-US"/>
          </a:p>
        </p:txBody>
      </p:sp>
      <p:grpSp>
        <p:nvGrpSpPr>
          <p:cNvPr id="18" name="Group 17">
            <a:extLst>
              <a:ext uri="{FF2B5EF4-FFF2-40B4-BE49-F238E27FC236}">
                <a16:creationId xmlns:a16="http://schemas.microsoft.com/office/drawing/2014/main" xmlns="" id="{A87BD122-45D1-5D24-39BA-6BA0631D306F}"/>
              </a:ext>
              <a:ext uri="{C183D7F6-B498-43B3-948B-1728B52AA6E4}">
                <adec:decorative xmlns:adec="http://schemas.microsoft.com/office/drawing/2017/decorative" xmlns="" val="1"/>
              </a:ext>
            </a:extLst>
          </p:cNvPr>
          <p:cNvGrpSpPr/>
          <p:nvPr>
            <p:extLst>
              <p:ext uri="{386F3935-93C4-4BCD-93E2-E3B085C9AB24}">
                <p16:designElem xmlns:p16="http://schemas.microsoft.com/office/powerpoint/2015/main" xmlns="" val="1"/>
              </p:ext>
            </p:extLst>
          </p:nvPr>
        </p:nvGrpSpPr>
        <p:grpSpPr>
          <a:xfrm rot="5400000" flipH="1">
            <a:off x="10186037" y="4852038"/>
            <a:ext cx="2151670" cy="1860256"/>
            <a:chOff x="-305" y="-4155"/>
            <a:chExt cx="2514948" cy="2174333"/>
          </a:xfrm>
        </p:grpSpPr>
        <p:sp>
          <p:nvSpPr>
            <p:cNvPr id="19" name="Freeform: Shape 26">
              <a:extLst>
                <a:ext uri="{FF2B5EF4-FFF2-40B4-BE49-F238E27FC236}">
                  <a16:creationId xmlns:a16="http://schemas.microsoft.com/office/drawing/2014/main" xmlns="" id="{A95D2445-22C7-5060-1017-16E390802BC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27">
              <a:extLst>
                <a:ext uri="{FF2B5EF4-FFF2-40B4-BE49-F238E27FC236}">
                  <a16:creationId xmlns:a16="http://schemas.microsoft.com/office/drawing/2014/main" xmlns="" id="{0492B89D-0873-485F-2316-F176A2096A1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8">
              <a:extLst>
                <a:ext uri="{FF2B5EF4-FFF2-40B4-BE49-F238E27FC236}">
                  <a16:creationId xmlns:a16="http://schemas.microsoft.com/office/drawing/2014/main" xmlns="" id="{229C523E-42B0-8B62-1C8A-756271BADC8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9">
              <a:extLst>
                <a:ext uri="{FF2B5EF4-FFF2-40B4-BE49-F238E27FC236}">
                  <a16:creationId xmlns:a16="http://schemas.microsoft.com/office/drawing/2014/main" xmlns="" id="{C36ADEC2-9229-4261-1704-0441B691B58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3" name="Picture 22" descr="A hands holding a light bulb&#10;&#10;AI-generated content may be incorrect.">
            <a:extLst>
              <a:ext uri="{FF2B5EF4-FFF2-40B4-BE49-F238E27FC236}">
                <a16:creationId xmlns:a16="http://schemas.microsoft.com/office/drawing/2014/main" xmlns="" id="{2ADC4BFE-1AB8-DA1A-99B3-25B4C716E1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3609" y="296223"/>
            <a:ext cx="939800" cy="965200"/>
          </a:xfrm>
          <a:prstGeom prst="rect">
            <a:avLst/>
          </a:prstGeom>
        </p:spPr>
      </p:pic>
      <p:sp>
        <p:nvSpPr>
          <p:cNvPr id="24" name="TextBox 23"/>
          <p:cNvSpPr txBox="1"/>
          <p:nvPr/>
        </p:nvSpPr>
        <p:spPr>
          <a:xfrm>
            <a:off x="1180000" y="1450000"/>
            <a:ext cx="9600000" cy="3700000"/>
          </a:xfrm>
          <a:prstGeom prst="rect">
            <a:avLst/>
          </a:prstGeom>
          <a:noFill/>
        </p:spPr>
        <p:txBody>
          <a:bodyPr wrap="square">
            <a:spAutoFit/>
          </a:bodyPr>
          <a:lstStyle/>
          <a:p>
            <a:pPr>
              <a:defRPr sz="1800"/>
            </a:pPr>
            <a:r>
              <a:t>AI Interview Platform is a web application that allows interviewers to train an AI avatar with face and voice data, create role-based interview sessions, and invite candidates through shareable links. The system manages the interview flow, including response capture, transcription, and evaluation support.</a:t>
            </a:r>
          </a:p>
        </p:txBody>
      </p:sp>
    </p:spTree>
    <p:extLst>
      <p:ext uri="{BB962C8B-B14F-4D97-AF65-F5344CB8AC3E}">
        <p14:creationId xmlns:p14="http://schemas.microsoft.com/office/powerpoint/2010/main" val="3392602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EB6D30F-10BD-514E-7C2C-CABF8E0911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1C30D5E0-65C4-2D79-C240-6F35388CF881}"/>
              </a:ext>
            </a:extLst>
          </p:cNvPr>
          <p:cNvSpPr>
            <a:spLocks noGrp="1"/>
          </p:cNvSpPr>
          <p:nvPr>
            <p:ph type="title"/>
          </p:nvPr>
        </p:nvSpPr>
        <p:spPr/>
        <p:txBody>
          <a:bodyPr/>
          <a:lstStyle/>
          <a:p>
            <a:r>
              <a:rPr lang="en-IN" dirty="0"/>
              <a:t>Proposed Solution / Idea</a:t>
            </a:r>
          </a:p>
        </p:txBody>
      </p:sp>
      <p:sp>
        <p:nvSpPr>
          <p:cNvPr id="4" name="Slide Number Placeholder 3">
            <a:extLst>
              <a:ext uri="{FF2B5EF4-FFF2-40B4-BE49-F238E27FC236}">
                <a16:creationId xmlns:a16="http://schemas.microsoft.com/office/drawing/2014/main" xmlns="" id="{7294B8DF-4E89-6DB0-A717-08CB3CADCDB6}"/>
              </a:ext>
            </a:extLst>
          </p:cNvPr>
          <p:cNvSpPr>
            <a:spLocks noGrp="1"/>
          </p:cNvSpPr>
          <p:nvPr>
            <p:ph type="sldNum" sz="quarter" idx="12"/>
          </p:nvPr>
        </p:nvSpPr>
        <p:spPr/>
        <p:txBody>
          <a:bodyPr/>
          <a:lstStyle/>
          <a:p>
            <a:fld id="{2AE043BD-A6AE-4C1D-A00A-77B429796457}" type="slidenum">
              <a:rPr lang="en-IN" smtClean="0"/>
              <a:t>5</a:t>
            </a:fld>
            <a:endParaRPr lang="en-IN"/>
          </a:p>
        </p:txBody>
      </p:sp>
      <p:pic>
        <p:nvPicPr>
          <p:cNvPr id="5" name="Picture 2" descr="Sharda University Logo &amp; Brand Assets (SVG, PNG and vector ...">
            <a:extLst>
              <a:ext uri="{FF2B5EF4-FFF2-40B4-BE49-F238E27FC236}">
                <a16:creationId xmlns:a16="http://schemas.microsoft.com/office/drawing/2014/main" xmlns="" id="{8B5C77F5-55DB-01EC-2CEB-E7D2570000E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7448" b="28737"/>
          <a:stretch>
            <a:fillRect/>
          </a:stretch>
        </p:blipFill>
        <p:spPr bwMode="auto">
          <a:xfrm>
            <a:off x="10248900" y="0"/>
            <a:ext cx="1943100" cy="80128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xmlns="" id="{156B15E6-66C7-8C8F-55E9-2270E947AB34}"/>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Problem Statement</a:t>
            </a:r>
            <a:endParaRPr lang="en-IN" dirty="0"/>
          </a:p>
        </p:txBody>
      </p:sp>
      <p:sp>
        <p:nvSpPr>
          <p:cNvPr id="6" name="Slide Number Placeholder 3">
            <a:extLst>
              <a:ext uri="{FF2B5EF4-FFF2-40B4-BE49-F238E27FC236}">
                <a16:creationId xmlns:a16="http://schemas.microsoft.com/office/drawing/2014/main" xmlns="" id="{446C2E2F-CC94-B1E1-450B-FEC3325BA650}"/>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AE043BD-A6AE-4C1D-A00A-77B429796457}" type="slidenum">
              <a:rPr lang="en-IN" smtClean="0"/>
              <a:pPr/>
              <a:t>5</a:t>
            </a:fld>
            <a:r>
              <a:rPr lang="en-IN"/>
              <a:t> W</a:t>
            </a:r>
            <a:endParaRPr lang="en-IN" dirty="0"/>
          </a:p>
        </p:txBody>
      </p:sp>
      <p:pic>
        <p:nvPicPr>
          <p:cNvPr id="7" name="Picture 2" descr="Sharda University Logo &amp; Brand Assets (SVG, PNG and vector ...">
            <a:extLst>
              <a:ext uri="{FF2B5EF4-FFF2-40B4-BE49-F238E27FC236}">
                <a16:creationId xmlns:a16="http://schemas.microsoft.com/office/drawing/2014/main" xmlns="" id="{54B53E9A-85E5-FD12-E25C-7D74D0CCB73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7448" b="28737"/>
          <a:stretch>
            <a:fillRect/>
          </a:stretch>
        </p:blipFill>
        <p:spPr bwMode="auto">
          <a:xfrm>
            <a:off x="10248900" y="0"/>
            <a:ext cx="1943100" cy="801280"/>
          </a:xfrm>
          <a:prstGeom prst="rect">
            <a:avLst/>
          </a:prstGeom>
          <a:noFill/>
          <a:extLst>
            <a:ext uri="{909E8E84-426E-40DD-AFC4-6F175D3DCCD1}">
              <a14:hiddenFill xmlns:a14="http://schemas.microsoft.com/office/drawing/2010/main">
                <a:solidFill>
                  <a:srgbClr val="FFFFFF"/>
                </a:solidFill>
              </a14:hiddenFill>
            </a:ext>
          </a:extLst>
        </p:spPr>
      </p:pic>
      <p:sp useBgFill="1">
        <p:nvSpPr>
          <p:cNvPr id="8" name="Rectangle 7">
            <a:extLst>
              <a:ext uri="{FF2B5EF4-FFF2-40B4-BE49-F238E27FC236}">
                <a16:creationId xmlns:a16="http://schemas.microsoft.com/office/drawing/2014/main" xmlns="" id="{847E2899-E97A-85D0-444F-D069DC5C079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xmlns="" id="{8D98DAE5-57C9-1062-38D4-F5D8E259205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xmlns="" id="{92604CEB-AD09-ADB6-0862-0ADFFB82A844}"/>
              </a:ext>
            </a:extLst>
          </p:cNvPr>
          <p:cNvSpPr txBox="1"/>
          <p:nvPr/>
        </p:nvSpPr>
        <p:spPr>
          <a:xfrm>
            <a:off x="3860250" y="367607"/>
            <a:ext cx="4462617" cy="433673"/>
          </a:xfrm>
          <a:prstGeom prst="rect">
            <a:avLst/>
          </a:prstGeom>
        </p:spPr>
        <p:txBody>
          <a:bodyPr vert="horz" lIns="91440" tIns="45720" rIns="91440" bIns="45720" rtlCol="0" anchor="b">
            <a:noAutofit/>
          </a:bodyPr>
          <a:lstStyle/>
          <a:p>
            <a:pPr algn="ctr">
              <a:lnSpc>
                <a:spcPct val="90000"/>
              </a:lnSpc>
              <a:spcBef>
                <a:spcPct val="0"/>
              </a:spcBef>
              <a:spcAft>
                <a:spcPts val="600"/>
              </a:spcAft>
            </a:pPr>
            <a:r>
              <a:rPr lang="en-IN" sz="3200" dirty="0"/>
              <a:t>Innovation &amp; Uniqueness</a:t>
            </a:r>
            <a:endParaRPr lang="en-US" sz="3000" b="1" kern="1200" dirty="0">
              <a:solidFill>
                <a:schemeClr val="tx2"/>
              </a:solidFill>
              <a:latin typeface="+mj-lt"/>
              <a:ea typeface="+mj-ea"/>
              <a:cs typeface="+mj-cs"/>
            </a:endParaRPr>
          </a:p>
        </p:txBody>
      </p:sp>
      <p:grpSp>
        <p:nvGrpSpPr>
          <p:cNvPr id="11" name="Group 10">
            <a:extLst>
              <a:ext uri="{FF2B5EF4-FFF2-40B4-BE49-F238E27FC236}">
                <a16:creationId xmlns:a16="http://schemas.microsoft.com/office/drawing/2014/main" xmlns="" id="{B7ADCBCC-8F45-37BD-DEE5-29084AD9D4DC}"/>
              </a:ext>
              <a:ext uri="{C183D7F6-B498-43B3-948B-1728B52AA6E4}">
                <adec:decorative xmlns:adec="http://schemas.microsoft.com/office/drawing/2017/decorative" xmlns="" val="1"/>
              </a:ext>
            </a:extLst>
          </p:cNvPr>
          <p:cNvGrpSpPr/>
          <p:nvPr>
            <p:extLst>
              <p:ext uri="{386F3935-93C4-4BCD-93E2-E3B085C9AB24}">
                <p16:designElem xmlns:p16="http://schemas.microsoft.com/office/powerpoint/2015/main" xmlns="" val="1"/>
              </p:ext>
            </p:extLst>
          </p:nvPr>
        </p:nvGrpSpPr>
        <p:grpSpPr>
          <a:xfrm>
            <a:off x="-305" y="-1"/>
            <a:ext cx="3362070" cy="2522848"/>
            <a:chOff x="-305" y="-1"/>
            <a:chExt cx="3832880" cy="2876136"/>
          </a:xfrm>
        </p:grpSpPr>
        <p:sp>
          <p:nvSpPr>
            <p:cNvPr id="12" name="Freeform: Shape 20">
              <a:extLst>
                <a:ext uri="{FF2B5EF4-FFF2-40B4-BE49-F238E27FC236}">
                  <a16:creationId xmlns:a16="http://schemas.microsoft.com/office/drawing/2014/main" xmlns="" id="{AABF1DC9-A94A-61AB-5C74-C79B5CA9084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21">
              <a:extLst>
                <a:ext uri="{FF2B5EF4-FFF2-40B4-BE49-F238E27FC236}">
                  <a16:creationId xmlns:a16="http://schemas.microsoft.com/office/drawing/2014/main" xmlns="" id="{A03C9544-ED11-2412-FD24-285C67687ED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22">
              <a:extLst>
                <a:ext uri="{FF2B5EF4-FFF2-40B4-BE49-F238E27FC236}">
                  <a16:creationId xmlns:a16="http://schemas.microsoft.com/office/drawing/2014/main" xmlns="" id="{5EDEE767-488B-1174-0772-46A5D123F4A0}"/>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23">
              <a:extLst>
                <a:ext uri="{FF2B5EF4-FFF2-40B4-BE49-F238E27FC236}">
                  <a16:creationId xmlns:a16="http://schemas.microsoft.com/office/drawing/2014/main" xmlns="" id="{C4ECB3AC-B40D-3ED9-C7E7-76A4D0B6FCB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6" name="Picture 15" descr="A close-up of a logo&#10;&#10;AI-generated content may be incorrect.">
            <a:extLst>
              <a:ext uri="{FF2B5EF4-FFF2-40B4-BE49-F238E27FC236}">
                <a16:creationId xmlns:a16="http://schemas.microsoft.com/office/drawing/2014/main" xmlns="" id="{A0DA2E88-67C5-2FCA-3DE1-4F730134BDB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37540" y="193425"/>
            <a:ext cx="2140851" cy="813523"/>
          </a:xfrm>
          <a:prstGeom prst="rect">
            <a:avLst/>
          </a:prstGeom>
        </p:spPr>
      </p:pic>
      <p:sp>
        <p:nvSpPr>
          <p:cNvPr id="17" name="Slide Number Placeholder 3">
            <a:extLst>
              <a:ext uri="{FF2B5EF4-FFF2-40B4-BE49-F238E27FC236}">
                <a16:creationId xmlns:a16="http://schemas.microsoft.com/office/drawing/2014/main" xmlns="" id="{37511144-1C96-849F-67EF-9F96E909845E}"/>
              </a:ext>
            </a:extLst>
          </p:cNvPr>
          <p:cNvSpPr txBox="1">
            <a:spLocks/>
          </p:cNvSpPr>
          <p:nvPr/>
        </p:nvSpPr>
        <p:spPr>
          <a:xfrm>
            <a:off x="8610600" y="6356350"/>
            <a:ext cx="2743200" cy="3651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2AE043BD-A6AE-4C1D-A00A-77B429796457}" type="slidenum">
              <a:rPr lang="en-US" smtClean="0"/>
              <a:pPr>
                <a:spcAft>
                  <a:spcPts val="600"/>
                </a:spcAft>
              </a:pPr>
              <a:t>5</a:t>
            </a:fld>
            <a:endParaRPr lang="en-US"/>
          </a:p>
        </p:txBody>
      </p:sp>
      <p:grpSp>
        <p:nvGrpSpPr>
          <p:cNvPr id="18" name="Group 17">
            <a:extLst>
              <a:ext uri="{FF2B5EF4-FFF2-40B4-BE49-F238E27FC236}">
                <a16:creationId xmlns:a16="http://schemas.microsoft.com/office/drawing/2014/main" xmlns="" id="{F3FD04D1-E8CD-C58A-C032-845D9E8DC2B2}"/>
              </a:ext>
              <a:ext uri="{C183D7F6-B498-43B3-948B-1728B52AA6E4}">
                <adec:decorative xmlns:adec="http://schemas.microsoft.com/office/drawing/2017/decorative" xmlns="" val="1"/>
              </a:ext>
            </a:extLst>
          </p:cNvPr>
          <p:cNvGrpSpPr/>
          <p:nvPr>
            <p:extLst>
              <p:ext uri="{386F3935-93C4-4BCD-93E2-E3B085C9AB24}">
                <p16:designElem xmlns:p16="http://schemas.microsoft.com/office/powerpoint/2015/main" xmlns="" val="1"/>
              </p:ext>
            </p:extLst>
          </p:nvPr>
        </p:nvGrpSpPr>
        <p:grpSpPr>
          <a:xfrm rot="5400000" flipH="1">
            <a:off x="10186037" y="4852038"/>
            <a:ext cx="2151670" cy="1860256"/>
            <a:chOff x="-305" y="-4155"/>
            <a:chExt cx="2514948" cy="2174333"/>
          </a:xfrm>
        </p:grpSpPr>
        <p:sp>
          <p:nvSpPr>
            <p:cNvPr id="19" name="Freeform: Shape 26">
              <a:extLst>
                <a:ext uri="{FF2B5EF4-FFF2-40B4-BE49-F238E27FC236}">
                  <a16:creationId xmlns:a16="http://schemas.microsoft.com/office/drawing/2014/main" xmlns="" id="{8F56B301-92D9-0147-A14C-E6A5F95B563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27">
              <a:extLst>
                <a:ext uri="{FF2B5EF4-FFF2-40B4-BE49-F238E27FC236}">
                  <a16:creationId xmlns:a16="http://schemas.microsoft.com/office/drawing/2014/main" xmlns="" id="{F63F0C9E-F01D-E8A5-E3D2-6E57765F185C}"/>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8">
              <a:extLst>
                <a:ext uri="{FF2B5EF4-FFF2-40B4-BE49-F238E27FC236}">
                  <a16:creationId xmlns:a16="http://schemas.microsoft.com/office/drawing/2014/main" xmlns="" id="{4A8062F2-6D93-3D81-617D-BAD88463736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9">
              <a:extLst>
                <a:ext uri="{FF2B5EF4-FFF2-40B4-BE49-F238E27FC236}">
                  <a16:creationId xmlns:a16="http://schemas.microsoft.com/office/drawing/2014/main" xmlns="" id="{A7400B5D-5F6F-9D51-3A29-BE50D9A103F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3" name="Picture 22" descr="A hands holding a light bulb&#10;&#10;AI-generated content may be incorrect.">
            <a:extLst>
              <a:ext uri="{FF2B5EF4-FFF2-40B4-BE49-F238E27FC236}">
                <a16:creationId xmlns:a16="http://schemas.microsoft.com/office/drawing/2014/main" xmlns="" id="{2EE08080-4909-1A84-D501-9A12BB0A0C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3609" y="296223"/>
            <a:ext cx="939800" cy="965200"/>
          </a:xfrm>
          <a:prstGeom prst="rect">
            <a:avLst/>
          </a:prstGeom>
        </p:spPr>
      </p:pic>
      <p:sp>
        <p:nvSpPr>
          <p:cNvPr id="24" name="TextBox 23"/>
          <p:cNvSpPr txBox="1"/>
          <p:nvPr/>
        </p:nvSpPr>
        <p:spPr>
          <a:xfrm>
            <a:off x="1180000" y="1450000"/>
            <a:ext cx="9600000" cy="3700000"/>
          </a:xfrm>
          <a:prstGeom prst="rect">
            <a:avLst/>
          </a:prstGeom>
          <a:noFill/>
        </p:spPr>
        <p:txBody>
          <a:bodyPr wrap="square">
            <a:spAutoFit/>
          </a:bodyPr>
          <a:lstStyle/>
          <a:p>
            <a:pPr>
              <a:defRPr sz="1800"/>
            </a:pPr>
            <a:r>
              <a:t>The platform combines AI avatar interaction, real-time interview guidance, speech capture, and automated response analysis in one experience. Instead of static screening forms, candidates interact with an interviewer-style interface while recruiters receive more structured, scalable, and consistent assessment data.</a:t>
            </a:r>
          </a:p>
        </p:txBody>
      </p:sp>
    </p:spTree>
    <p:extLst>
      <p:ext uri="{BB962C8B-B14F-4D97-AF65-F5344CB8AC3E}">
        <p14:creationId xmlns:p14="http://schemas.microsoft.com/office/powerpoint/2010/main" val="302374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F338FB9-46E2-C60C-92BF-22CDB5C9F4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2D314F5E-09E4-89B4-39EB-7556D28E2D5E}"/>
              </a:ext>
            </a:extLst>
          </p:cNvPr>
          <p:cNvSpPr>
            <a:spLocks noGrp="1"/>
          </p:cNvSpPr>
          <p:nvPr>
            <p:ph type="title"/>
          </p:nvPr>
        </p:nvSpPr>
        <p:spPr/>
        <p:txBody>
          <a:bodyPr/>
          <a:lstStyle/>
          <a:p>
            <a:r>
              <a:rPr lang="en-IN" dirty="0"/>
              <a:t>Proposed Solution / Idea</a:t>
            </a:r>
          </a:p>
        </p:txBody>
      </p:sp>
      <p:sp>
        <p:nvSpPr>
          <p:cNvPr id="4" name="Slide Number Placeholder 3">
            <a:extLst>
              <a:ext uri="{FF2B5EF4-FFF2-40B4-BE49-F238E27FC236}">
                <a16:creationId xmlns:a16="http://schemas.microsoft.com/office/drawing/2014/main" xmlns="" id="{0857143B-C875-A4A1-E58E-319DCF092982}"/>
              </a:ext>
            </a:extLst>
          </p:cNvPr>
          <p:cNvSpPr>
            <a:spLocks noGrp="1"/>
          </p:cNvSpPr>
          <p:nvPr>
            <p:ph type="sldNum" sz="quarter" idx="12"/>
          </p:nvPr>
        </p:nvSpPr>
        <p:spPr/>
        <p:txBody>
          <a:bodyPr/>
          <a:lstStyle/>
          <a:p>
            <a:fld id="{2AE043BD-A6AE-4C1D-A00A-77B429796457}" type="slidenum">
              <a:rPr lang="en-IN" smtClean="0"/>
              <a:t>6</a:t>
            </a:fld>
            <a:endParaRPr lang="en-IN"/>
          </a:p>
        </p:txBody>
      </p:sp>
      <p:pic>
        <p:nvPicPr>
          <p:cNvPr id="5" name="Picture 2" descr="Sharda University Logo &amp; Brand Assets (SVG, PNG and vector ...">
            <a:extLst>
              <a:ext uri="{FF2B5EF4-FFF2-40B4-BE49-F238E27FC236}">
                <a16:creationId xmlns:a16="http://schemas.microsoft.com/office/drawing/2014/main" xmlns="" id="{BBB029A8-98E0-4E57-80DD-6D36B04F49A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7448" b="28737"/>
          <a:stretch>
            <a:fillRect/>
          </a:stretch>
        </p:blipFill>
        <p:spPr bwMode="auto">
          <a:xfrm>
            <a:off x="10248900" y="0"/>
            <a:ext cx="1943100" cy="80128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xmlns="" id="{2970DF77-BE14-CE10-0B50-6191FB44B6A2}"/>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Problem Statement</a:t>
            </a:r>
            <a:endParaRPr lang="en-IN" dirty="0"/>
          </a:p>
        </p:txBody>
      </p:sp>
      <p:sp>
        <p:nvSpPr>
          <p:cNvPr id="6" name="Slide Number Placeholder 3">
            <a:extLst>
              <a:ext uri="{FF2B5EF4-FFF2-40B4-BE49-F238E27FC236}">
                <a16:creationId xmlns:a16="http://schemas.microsoft.com/office/drawing/2014/main" xmlns="" id="{0ED8712E-6DF1-09B5-902D-9AF580CECD5F}"/>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AE043BD-A6AE-4C1D-A00A-77B429796457}" type="slidenum">
              <a:rPr lang="en-IN" smtClean="0"/>
              <a:pPr/>
              <a:t>6</a:t>
            </a:fld>
            <a:r>
              <a:rPr lang="en-IN"/>
              <a:t> W</a:t>
            </a:r>
            <a:endParaRPr lang="en-IN" dirty="0"/>
          </a:p>
        </p:txBody>
      </p:sp>
      <p:pic>
        <p:nvPicPr>
          <p:cNvPr id="7" name="Picture 2" descr="Sharda University Logo &amp; Brand Assets (SVG, PNG and vector ...">
            <a:extLst>
              <a:ext uri="{FF2B5EF4-FFF2-40B4-BE49-F238E27FC236}">
                <a16:creationId xmlns:a16="http://schemas.microsoft.com/office/drawing/2014/main" xmlns="" id="{D9DEF76F-CBFB-1ABB-0620-66518FD34AF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7448" b="28737"/>
          <a:stretch>
            <a:fillRect/>
          </a:stretch>
        </p:blipFill>
        <p:spPr bwMode="auto">
          <a:xfrm>
            <a:off x="10248900" y="0"/>
            <a:ext cx="1943100" cy="801280"/>
          </a:xfrm>
          <a:prstGeom prst="rect">
            <a:avLst/>
          </a:prstGeom>
          <a:noFill/>
          <a:extLst>
            <a:ext uri="{909E8E84-426E-40DD-AFC4-6F175D3DCCD1}">
              <a14:hiddenFill xmlns:a14="http://schemas.microsoft.com/office/drawing/2010/main">
                <a:solidFill>
                  <a:srgbClr val="FFFFFF"/>
                </a:solidFill>
              </a14:hiddenFill>
            </a:ext>
          </a:extLst>
        </p:spPr>
      </p:pic>
      <p:sp useBgFill="1">
        <p:nvSpPr>
          <p:cNvPr id="8" name="Rectangle 7">
            <a:extLst>
              <a:ext uri="{FF2B5EF4-FFF2-40B4-BE49-F238E27FC236}">
                <a16:creationId xmlns:a16="http://schemas.microsoft.com/office/drawing/2014/main" xmlns="" id="{319EC2AC-5B66-5A6F-B955-120E873F4C1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xmlns="" id="{B68774A5-3983-068B-F32E-8D20AF02CA2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xmlns="" id="{DD63535A-4715-6023-8F45-4697755BE93E}"/>
              </a:ext>
            </a:extLst>
          </p:cNvPr>
          <p:cNvSpPr txBox="1"/>
          <p:nvPr/>
        </p:nvSpPr>
        <p:spPr>
          <a:xfrm>
            <a:off x="3860250" y="367607"/>
            <a:ext cx="4462617" cy="433673"/>
          </a:xfrm>
          <a:prstGeom prst="rect">
            <a:avLst/>
          </a:prstGeom>
        </p:spPr>
        <p:txBody>
          <a:bodyPr vert="horz" lIns="91440" tIns="45720" rIns="91440" bIns="45720" rtlCol="0" anchor="b">
            <a:noAutofit/>
          </a:bodyPr>
          <a:lstStyle/>
          <a:p>
            <a:pPr algn="ctr">
              <a:lnSpc>
                <a:spcPct val="90000"/>
              </a:lnSpc>
              <a:spcBef>
                <a:spcPct val="0"/>
              </a:spcBef>
              <a:spcAft>
                <a:spcPts val="600"/>
              </a:spcAft>
            </a:pPr>
            <a:r>
              <a:rPr lang="en-IN" sz="3200" dirty="0"/>
              <a:t>Technology Used</a:t>
            </a:r>
            <a:endParaRPr lang="en-US" sz="3000" b="1" kern="1200" dirty="0">
              <a:solidFill>
                <a:schemeClr val="tx2"/>
              </a:solidFill>
              <a:latin typeface="+mj-lt"/>
              <a:ea typeface="+mj-ea"/>
              <a:cs typeface="+mj-cs"/>
            </a:endParaRPr>
          </a:p>
        </p:txBody>
      </p:sp>
      <p:grpSp>
        <p:nvGrpSpPr>
          <p:cNvPr id="11" name="Group 10">
            <a:extLst>
              <a:ext uri="{FF2B5EF4-FFF2-40B4-BE49-F238E27FC236}">
                <a16:creationId xmlns:a16="http://schemas.microsoft.com/office/drawing/2014/main" xmlns="" id="{BE005E67-F019-51A5-34EF-25901F9E159A}"/>
              </a:ext>
              <a:ext uri="{C183D7F6-B498-43B3-948B-1728B52AA6E4}">
                <adec:decorative xmlns:adec="http://schemas.microsoft.com/office/drawing/2017/decorative" xmlns="" val="1"/>
              </a:ext>
            </a:extLst>
          </p:cNvPr>
          <p:cNvGrpSpPr/>
          <p:nvPr>
            <p:extLst>
              <p:ext uri="{386F3935-93C4-4BCD-93E2-E3B085C9AB24}">
                <p16:designElem xmlns:p16="http://schemas.microsoft.com/office/powerpoint/2015/main" xmlns="" val="1"/>
              </p:ext>
            </p:extLst>
          </p:nvPr>
        </p:nvGrpSpPr>
        <p:grpSpPr>
          <a:xfrm>
            <a:off x="-305" y="-1"/>
            <a:ext cx="3362070" cy="2522848"/>
            <a:chOff x="-305" y="-1"/>
            <a:chExt cx="3832880" cy="2876136"/>
          </a:xfrm>
        </p:grpSpPr>
        <p:sp>
          <p:nvSpPr>
            <p:cNvPr id="12" name="Freeform: Shape 20">
              <a:extLst>
                <a:ext uri="{FF2B5EF4-FFF2-40B4-BE49-F238E27FC236}">
                  <a16:creationId xmlns:a16="http://schemas.microsoft.com/office/drawing/2014/main" xmlns="" id="{DEF9EA64-B8A6-6D34-CDF3-C252EA242A0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21">
              <a:extLst>
                <a:ext uri="{FF2B5EF4-FFF2-40B4-BE49-F238E27FC236}">
                  <a16:creationId xmlns:a16="http://schemas.microsoft.com/office/drawing/2014/main" xmlns="" id="{F5E976EA-8480-23C8-DDB2-E4E959D99F3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22">
              <a:extLst>
                <a:ext uri="{FF2B5EF4-FFF2-40B4-BE49-F238E27FC236}">
                  <a16:creationId xmlns:a16="http://schemas.microsoft.com/office/drawing/2014/main" xmlns="" id="{09BC0516-0B22-65CF-2A7B-5B7B325E44D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23">
              <a:extLst>
                <a:ext uri="{FF2B5EF4-FFF2-40B4-BE49-F238E27FC236}">
                  <a16:creationId xmlns:a16="http://schemas.microsoft.com/office/drawing/2014/main" xmlns="" id="{982F7E74-CC9C-4776-1C91-75D14D576BC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6" name="Picture 15" descr="A close-up of a logo&#10;&#10;AI-generated content may be incorrect.">
            <a:extLst>
              <a:ext uri="{FF2B5EF4-FFF2-40B4-BE49-F238E27FC236}">
                <a16:creationId xmlns:a16="http://schemas.microsoft.com/office/drawing/2014/main" xmlns="" id="{A1F267AE-7039-7AAA-610C-B932FCC04D3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37540" y="193425"/>
            <a:ext cx="2140851" cy="813523"/>
          </a:xfrm>
          <a:prstGeom prst="rect">
            <a:avLst/>
          </a:prstGeom>
        </p:spPr>
      </p:pic>
      <p:sp>
        <p:nvSpPr>
          <p:cNvPr id="17" name="Slide Number Placeholder 3">
            <a:extLst>
              <a:ext uri="{FF2B5EF4-FFF2-40B4-BE49-F238E27FC236}">
                <a16:creationId xmlns:a16="http://schemas.microsoft.com/office/drawing/2014/main" xmlns="" id="{67304840-A971-834E-F7D8-973EE146378F}"/>
              </a:ext>
            </a:extLst>
          </p:cNvPr>
          <p:cNvSpPr txBox="1">
            <a:spLocks/>
          </p:cNvSpPr>
          <p:nvPr/>
        </p:nvSpPr>
        <p:spPr>
          <a:xfrm>
            <a:off x="8610600" y="6356350"/>
            <a:ext cx="2743200" cy="3651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2AE043BD-A6AE-4C1D-A00A-77B429796457}" type="slidenum">
              <a:rPr lang="en-US" smtClean="0"/>
              <a:pPr>
                <a:spcAft>
                  <a:spcPts val="600"/>
                </a:spcAft>
              </a:pPr>
              <a:t>6</a:t>
            </a:fld>
            <a:endParaRPr lang="en-US"/>
          </a:p>
        </p:txBody>
      </p:sp>
      <p:grpSp>
        <p:nvGrpSpPr>
          <p:cNvPr id="18" name="Group 17">
            <a:extLst>
              <a:ext uri="{FF2B5EF4-FFF2-40B4-BE49-F238E27FC236}">
                <a16:creationId xmlns:a16="http://schemas.microsoft.com/office/drawing/2014/main" xmlns="" id="{A3CD3C47-FB45-34FD-67BB-14947EAE6487}"/>
              </a:ext>
              <a:ext uri="{C183D7F6-B498-43B3-948B-1728B52AA6E4}">
                <adec:decorative xmlns:adec="http://schemas.microsoft.com/office/drawing/2017/decorative" xmlns="" val="1"/>
              </a:ext>
            </a:extLst>
          </p:cNvPr>
          <p:cNvGrpSpPr/>
          <p:nvPr>
            <p:extLst>
              <p:ext uri="{386F3935-93C4-4BCD-93E2-E3B085C9AB24}">
                <p16:designElem xmlns:p16="http://schemas.microsoft.com/office/powerpoint/2015/main" xmlns="" val="1"/>
              </p:ext>
            </p:extLst>
          </p:nvPr>
        </p:nvGrpSpPr>
        <p:grpSpPr>
          <a:xfrm rot="5400000" flipH="1">
            <a:off x="10186037" y="4852038"/>
            <a:ext cx="2151670" cy="1860256"/>
            <a:chOff x="-305" y="-4155"/>
            <a:chExt cx="2514948" cy="2174333"/>
          </a:xfrm>
        </p:grpSpPr>
        <p:sp>
          <p:nvSpPr>
            <p:cNvPr id="19" name="Freeform: Shape 26">
              <a:extLst>
                <a:ext uri="{FF2B5EF4-FFF2-40B4-BE49-F238E27FC236}">
                  <a16:creationId xmlns:a16="http://schemas.microsoft.com/office/drawing/2014/main" xmlns="" id="{623FF4FB-E123-1FBD-1E9C-66CFCE3663F3}"/>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27">
              <a:extLst>
                <a:ext uri="{FF2B5EF4-FFF2-40B4-BE49-F238E27FC236}">
                  <a16:creationId xmlns:a16="http://schemas.microsoft.com/office/drawing/2014/main" xmlns="" id="{579BD904-6C3E-E11F-7070-EEC4F04084E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8">
              <a:extLst>
                <a:ext uri="{FF2B5EF4-FFF2-40B4-BE49-F238E27FC236}">
                  <a16:creationId xmlns:a16="http://schemas.microsoft.com/office/drawing/2014/main" xmlns="" id="{48D44DE1-C7FC-D524-9BC8-37489EF045FD}"/>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9">
              <a:extLst>
                <a:ext uri="{FF2B5EF4-FFF2-40B4-BE49-F238E27FC236}">
                  <a16:creationId xmlns:a16="http://schemas.microsoft.com/office/drawing/2014/main" xmlns="" id="{939ECBD1-5700-7DF0-71AC-4187AAAA204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3" name="Picture 22" descr="A hands holding a light bulb&#10;&#10;AI-generated content may be incorrect.">
            <a:extLst>
              <a:ext uri="{FF2B5EF4-FFF2-40B4-BE49-F238E27FC236}">
                <a16:creationId xmlns:a16="http://schemas.microsoft.com/office/drawing/2014/main" xmlns="" id="{6CCD3785-85D3-171F-7854-C97494395D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3609" y="296223"/>
            <a:ext cx="939800" cy="965200"/>
          </a:xfrm>
          <a:prstGeom prst="rect">
            <a:avLst/>
          </a:prstGeom>
        </p:spPr>
      </p:pic>
      <p:sp>
        <p:nvSpPr>
          <p:cNvPr id="24" name="TextBox 23"/>
          <p:cNvSpPr txBox="1"/>
          <p:nvPr/>
        </p:nvSpPr>
        <p:spPr>
          <a:xfrm>
            <a:off x="1180000" y="1450000"/>
            <a:ext cx="9600000" cy="3900000"/>
          </a:xfrm>
          <a:prstGeom prst="rect">
            <a:avLst/>
          </a:prstGeom>
          <a:noFill/>
        </p:spPr>
        <p:txBody>
          <a:bodyPr wrap="square">
            <a:spAutoFit/>
          </a:bodyPr>
          <a:lstStyle/>
          <a:p>
            <a:pPr>
              <a:defRPr sz="1800"/>
            </a:pPr>
            <a:r>
              <a:t>Frontend: React 18 with Vite</a:t>
            </a:r>
          </a:p>
          <a:p>
            <a:r>
              <a:t>Styling: Tailwind CSS</a:t>
            </a:r>
          </a:p>
          <a:p>
            <a:r>
              <a:t>Routing: React Router DOM</a:t>
            </a:r>
          </a:p>
          <a:p>
            <a:r>
              <a:t>Visualization: Recharts</a:t>
            </a:r>
          </a:p>
          <a:p>
            <a:r>
              <a:t>Media and Recording: MediaRecorder API</a:t>
            </a:r>
          </a:p>
          <a:p>
            <a:r>
              <a:t>Speech Features: Web Speech API</a:t>
            </a:r>
          </a:p>
          <a:p>
            <a:r>
              <a:t>AI and Face Support: face-api.js</a:t>
            </a:r>
          </a:p>
          <a:p>
            <a:r>
              <a:t>State Management: React Context API</a:t>
            </a:r>
          </a:p>
        </p:txBody>
      </p:sp>
    </p:spTree>
    <p:extLst>
      <p:ext uri="{BB962C8B-B14F-4D97-AF65-F5344CB8AC3E}">
        <p14:creationId xmlns:p14="http://schemas.microsoft.com/office/powerpoint/2010/main" val="211267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E8822F5-6D7D-4227-85D7-16B67B0556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224500E9-734C-CAA0-17FE-176893532FD5}"/>
              </a:ext>
            </a:extLst>
          </p:cNvPr>
          <p:cNvSpPr>
            <a:spLocks noGrp="1"/>
          </p:cNvSpPr>
          <p:nvPr>
            <p:ph type="title"/>
          </p:nvPr>
        </p:nvSpPr>
        <p:spPr/>
        <p:txBody>
          <a:bodyPr/>
          <a:lstStyle/>
          <a:p>
            <a:r>
              <a:rPr lang="en-IN" dirty="0"/>
              <a:t>Proposed Solution / Idea</a:t>
            </a:r>
          </a:p>
        </p:txBody>
      </p:sp>
      <p:sp>
        <p:nvSpPr>
          <p:cNvPr id="4" name="Slide Number Placeholder 3">
            <a:extLst>
              <a:ext uri="{FF2B5EF4-FFF2-40B4-BE49-F238E27FC236}">
                <a16:creationId xmlns:a16="http://schemas.microsoft.com/office/drawing/2014/main" xmlns="" id="{77922EA4-B1F6-34D3-5626-416BFEC9A735}"/>
              </a:ext>
            </a:extLst>
          </p:cNvPr>
          <p:cNvSpPr>
            <a:spLocks noGrp="1"/>
          </p:cNvSpPr>
          <p:nvPr>
            <p:ph type="sldNum" sz="quarter" idx="12"/>
          </p:nvPr>
        </p:nvSpPr>
        <p:spPr/>
        <p:txBody>
          <a:bodyPr/>
          <a:lstStyle/>
          <a:p>
            <a:fld id="{2AE043BD-A6AE-4C1D-A00A-77B429796457}" type="slidenum">
              <a:rPr lang="en-IN" smtClean="0"/>
              <a:t>7</a:t>
            </a:fld>
            <a:endParaRPr lang="en-IN"/>
          </a:p>
        </p:txBody>
      </p:sp>
      <p:pic>
        <p:nvPicPr>
          <p:cNvPr id="5" name="Picture 2" descr="Sharda University Logo &amp; Brand Assets (SVG, PNG and vector ...">
            <a:extLst>
              <a:ext uri="{FF2B5EF4-FFF2-40B4-BE49-F238E27FC236}">
                <a16:creationId xmlns:a16="http://schemas.microsoft.com/office/drawing/2014/main" xmlns="" id="{3CC82AE6-9D2A-2D88-F491-8203880CCBD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7448" b="28737"/>
          <a:stretch>
            <a:fillRect/>
          </a:stretch>
        </p:blipFill>
        <p:spPr bwMode="auto">
          <a:xfrm>
            <a:off x="10248900" y="0"/>
            <a:ext cx="1943100" cy="80128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xmlns="" id="{A065C8CE-28F6-0C6B-338C-C3B5B298F969}"/>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Problem Statement</a:t>
            </a:r>
            <a:endParaRPr lang="en-IN" dirty="0"/>
          </a:p>
        </p:txBody>
      </p:sp>
      <p:sp>
        <p:nvSpPr>
          <p:cNvPr id="6" name="Slide Number Placeholder 3">
            <a:extLst>
              <a:ext uri="{FF2B5EF4-FFF2-40B4-BE49-F238E27FC236}">
                <a16:creationId xmlns:a16="http://schemas.microsoft.com/office/drawing/2014/main" xmlns="" id="{649D56B7-D53C-011E-2F3F-D5AD326BEFE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AE043BD-A6AE-4C1D-A00A-77B429796457}" type="slidenum">
              <a:rPr lang="en-IN" smtClean="0"/>
              <a:pPr/>
              <a:t>7</a:t>
            </a:fld>
            <a:r>
              <a:rPr lang="en-IN"/>
              <a:t> W</a:t>
            </a:r>
            <a:endParaRPr lang="en-IN" dirty="0"/>
          </a:p>
        </p:txBody>
      </p:sp>
      <p:pic>
        <p:nvPicPr>
          <p:cNvPr id="7" name="Picture 2" descr="Sharda University Logo &amp; Brand Assets (SVG, PNG and vector ...">
            <a:extLst>
              <a:ext uri="{FF2B5EF4-FFF2-40B4-BE49-F238E27FC236}">
                <a16:creationId xmlns:a16="http://schemas.microsoft.com/office/drawing/2014/main" xmlns="" id="{E64D2BE9-CE4D-7481-3EE6-3ABA5F7F900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7448" b="28737"/>
          <a:stretch>
            <a:fillRect/>
          </a:stretch>
        </p:blipFill>
        <p:spPr bwMode="auto">
          <a:xfrm>
            <a:off x="10248900" y="0"/>
            <a:ext cx="1943100" cy="801280"/>
          </a:xfrm>
          <a:prstGeom prst="rect">
            <a:avLst/>
          </a:prstGeom>
          <a:noFill/>
          <a:extLst>
            <a:ext uri="{909E8E84-426E-40DD-AFC4-6F175D3DCCD1}">
              <a14:hiddenFill xmlns:a14="http://schemas.microsoft.com/office/drawing/2010/main">
                <a:solidFill>
                  <a:srgbClr val="FFFFFF"/>
                </a:solidFill>
              </a14:hiddenFill>
            </a:ext>
          </a:extLst>
        </p:spPr>
      </p:pic>
      <p:sp useBgFill="1">
        <p:nvSpPr>
          <p:cNvPr id="8" name="Rectangle 7">
            <a:extLst>
              <a:ext uri="{FF2B5EF4-FFF2-40B4-BE49-F238E27FC236}">
                <a16:creationId xmlns:a16="http://schemas.microsoft.com/office/drawing/2014/main" xmlns="" id="{FED1D958-30C5-BFBB-4704-8AA5760A384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xmlns="" id="{1F8B59F7-E15D-2790-BD01-92549C8BDE4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xmlns="" id="{F6DC28E2-5885-1FB9-C717-8250B26F451A}"/>
              </a:ext>
            </a:extLst>
          </p:cNvPr>
          <p:cNvSpPr txBox="1"/>
          <p:nvPr/>
        </p:nvSpPr>
        <p:spPr>
          <a:xfrm>
            <a:off x="3436884" y="367607"/>
            <a:ext cx="4885984" cy="433673"/>
          </a:xfrm>
          <a:prstGeom prst="rect">
            <a:avLst/>
          </a:prstGeom>
        </p:spPr>
        <p:txBody>
          <a:bodyPr vert="horz" lIns="91440" tIns="45720" rIns="91440" bIns="45720" rtlCol="0" anchor="b">
            <a:noAutofit/>
          </a:bodyPr>
          <a:lstStyle/>
          <a:p>
            <a:pPr algn="ctr">
              <a:lnSpc>
                <a:spcPct val="90000"/>
              </a:lnSpc>
              <a:spcBef>
                <a:spcPct val="0"/>
              </a:spcBef>
              <a:spcAft>
                <a:spcPts val="600"/>
              </a:spcAft>
            </a:pPr>
            <a:r>
              <a:rPr lang="en-IN" sz="3200" dirty="0"/>
              <a:t>Features &amp; Functionalities</a:t>
            </a:r>
            <a:endParaRPr lang="en-US" sz="3000" b="1" kern="1200" dirty="0">
              <a:solidFill>
                <a:schemeClr val="tx2"/>
              </a:solidFill>
              <a:latin typeface="+mj-lt"/>
              <a:ea typeface="+mj-ea"/>
              <a:cs typeface="+mj-cs"/>
            </a:endParaRPr>
          </a:p>
        </p:txBody>
      </p:sp>
      <p:grpSp>
        <p:nvGrpSpPr>
          <p:cNvPr id="11" name="Group 10">
            <a:extLst>
              <a:ext uri="{FF2B5EF4-FFF2-40B4-BE49-F238E27FC236}">
                <a16:creationId xmlns:a16="http://schemas.microsoft.com/office/drawing/2014/main" xmlns="" id="{CA18811A-4F8E-2836-EF90-7221277EF3A3}"/>
              </a:ext>
              <a:ext uri="{C183D7F6-B498-43B3-948B-1728B52AA6E4}">
                <adec:decorative xmlns:adec="http://schemas.microsoft.com/office/drawing/2017/decorative" xmlns="" val="1"/>
              </a:ext>
            </a:extLst>
          </p:cNvPr>
          <p:cNvGrpSpPr/>
          <p:nvPr>
            <p:extLst>
              <p:ext uri="{386F3935-93C4-4BCD-93E2-E3B085C9AB24}">
                <p16:designElem xmlns:p16="http://schemas.microsoft.com/office/powerpoint/2015/main" xmlns="" val="1"/>
              </p:ext>
            </p:extLst>
          </p:nvPr>
        </p:nvGrpSpPr>
        <p:grpSpPr>
          <a:xfrm>
            <a:off x="-305" y="-1"/>
            <a:ext cx="3362070" cy="2522848"/>
            <a:chOff x="-305" y="-1"/>
            <a:chExt cx="3832880" cy="2876136"/>
          </a:xfrm>
        </p:grpSpPr>
        <p:sp>
          <p:nvSpPr>
            <p:cNvPr id="12" name="Freeform: Shape 20">
              <a:extLst>
                <a:ext uri="{FF2B5EF4-FFF2-40B4-BE49-F238E27FC236}">
                  <a16:creationId xmlns:a16="http://schemas.microsoft.com/office/drawing/2014/main" xmlns="" id="{E2B4672F-F1C3-2CFE-B3D1-6509F2ED93F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21">
              <a:extLst>
                <a:ext uri="{FF2B5EF4-FFF2-40B4-BE49-F238E27FC236}">
                  <a16:creationId xmlns:a16="http://schemas.microsoft.com/office/drawing/2014/main" xmlns="" id="{CC37C06D-DFF9-BC83-B432-49605D4FF19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22">
              <a:extLst>
                <a:ext uri="{FF2B5EF4-FFF2-40B4-BE49-F238E27FC236}">
                  <a16:creationId xmlns:a16="http://schemas.microsoft.com/office/drawing/2014/main" xmlns="" id="{5CA88AC1-9155-569A-E5BF-6E8E1C824B43}"/>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23">
              <a:extLst>
                <a:ext uri="{FF2B5EF4-FFF2-40B4-BE49-F238E27FC236}">
                  <a16:creationId xmlns:a16="http://schemas.microsoft.com/office/drawing/2014/main" xmlns="" id="{7AA4055F-FF3F-644A-E624-DD0C525670F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6" name="Picture 15" descr="A close-up of a logo&#10;&#10;AI-generated content may be incorrect.">
            <a:extLst>
              <a:ext uri="{FF2B5EF4-FFF2-40B4-BE49-F238E27FC236}">
                <a16:creationId xmlns:a16="http://schemas.microsoft.com/office/drawing/2014/main" xmlns="" id="{58A6E750-84CF-ABE6-EFC6-FB0465DF5B1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37540" y="193425"/>
            <a:ext cx="2140851" cy="813523"/>
          </a:xfrm>
          <a:prstGeom prst="rect">
            <a:avLst/>
          </a:prstGeom>
        </p:spPr>
      </p:pic>
      <p:sp>
        <p:nvSpPr>
          <p:cNvPr id="17" name="Slide Number Placeholder 3">
            <a:extLst>
              <a:ext uri="{FF2B5EF4-FFF2-40B4-BE49-F238E27FC236}">
                <a16:creationId xmlns:a16="http://schemas.microsoft.com/office/drawing/2014/main" xmlns="" id="{75C741BE-C4AB-E613-A2EB-9F3D7D425B81}"/>
              </a:ext>
            </a:extLst>
          </p:cNvPr>
          <p:cNvSpPr txBox="1">
            <a:spLocks/>
          </p:cNvSpPr>
          <p:nvPr/>
        </p:nvSpPr>
        <p:spPr>
          <a:xfrm>
            <a:off x="8610600" y="6356350"/>
            <a:ext cx="2743200" cy="3651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2AE043BD-A6AE-4C1D-A00A-77B429796457}" type="slidenum">
              <a:rPr lang="en-US" smtClean="0"/>
              <a:pPr>
                <a:spcAft>
                  <a:spcPts val="600"/>
                </a:spcAft>
              </a:pPr>
              <a:t>7</a:t>
            </a:fld>
            <a:endParaRPr lang="en-US"/>
          </a:p>
        </p:txBody>
      </p:sp>
      <p:grpSp>
        <p:nvGrpSpPr>
          <p:cNvPr id="18" name="Group 17">
            <a:extLst>
              <a:ext uri="{FF2B5EF4-FFF2-40B4-BE49-F238E27FC236}">
                <a16:creationId xmlns:a16="http://schemas.microsoft.com/office/drawing/2014/main" xmlns="" id="{AEE57456-7DB2-D9E0-3DC1-538B620CB1E2}"/>
              </a:ext>
              <a:ext uri="{C183D7F6-B498-43B3-948B-1728B52AA6E4}">
                <adec:decorative xmlns:adec="http://schemas.microsoft.com/office/drawing/2017/decorative" xmlns="" val="1"/>
              </a:ext>
            </a:extLst>
          </p:cNvPr>
          <p:cNvGrpSpPr/>
          <p:nvPr>
            <p:extLst>
              <p:ext uri="{386F3935-93C4-4BCD-93E2-E3B085C9AB24}">
                <p16:designElem xmlns:p16="http://schemas.microsoft.com/office/powerpoint/2015/main" xmlns="" val="1"/>
              </p:ext>
            </p:extLst>
          </p:nvPr>
        </p:nvGrpSpPr>
        <p:grpSpPr>
          <a:xfrm rot="5400000" flipH="1">
            <a:off x="10186037" y="4852038"/>
            <a:ext cx="2151670" cy="1860256"/>
            <a:chOff x="-305" y="-4155"/>
            <a:chExt cx="2514948" cy="2174333"/>
          </a:xfrm>
        </p:grpSpPr>
        <p:sp>
          <p:nvSpPr>
            <p:cNvPr id="19" name="Freeform: Shape 26">
              <a:extLst>
                <a:ext uri="{FF2B5EF4-FFF2-40B4-BE49-F238E27FC236}">
                  <a16:creationId xmlns:a16="http://schemas.microsoft.com/office/drawing/2014/main" xmlns="" id="{6ADB1A64-E449-E424-9C0D-1AF876BDF39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27">
              <a:extLst>
                <a:ext uri="{FF2B5EF4-FFF2-40B4-BE49-F238E27FC236}">
                  <a16:creationId xmlns:a16="http://schemas.microsoft.com/office/drawing/2014/main" xmlns="" id="{552BB634-DB1D-6842-4281-027496EA2BB3}"/>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8">
              <a:extLst>
                <a:ext uri="{FF2B5EF4-FFF2-40B4-BE49-F238E27FC236}">
                  <a16:creationId xmlns:a16="http://schemas.microsoft.com/office/drawing/2014/main" xmlns="" id="{BBD6908A-5E17-7977-6487-318FB3DA3C9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9">
              <a:extLst>
                <a:ext uri="{FF2B5EF4-FFF2-40B4-BE49-F238E27FC236}">
                  <a16:creationId xmlns:a16="http://schemas.microsoft.com/office/drawing/2014/main" xmlns="" id="{01A557D7-B7C4-85B2-1FB2-6EA251876B0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3" name="Picture 22" descr="A hands holding a light bulb&#10;&#10;AI-generated content may be incorrect.">
            <a:extLst>
              <a:ext uri="{FF2B5EF4-FFF2-40B4-BE49-F238E27FC236}">
                <a16:creationId xmlns:a16="http://schemas.microsoft.com/office/drawing/2014/main" xmlns="" id="{6F93DC9F-B0C2-003C-927D-41C7D7DB01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3609" y="296223"/>
            <a:ext cx="939800" cy="965200"/>
          </a:xfrm>
          <a:prstGeom prst="rect">
            <a:avLst/>
          </a:prstGeom>
        </p:spPr>
      </p:pic>
      <p:sp>
        <p:nvSpPr>
          <p:cNvPr id="24" name="TextBox 23"/>
          <p:cNvSpPr txBox="1"/>
          <p:nvPr/>
        </p:nvSpPr>
        <p:spPr>
          <a:xfrm>
            <a:off x="1180000" y="1450000"/>
            <a:ext cx="9600000" cy="3900000"/>
          </a:xfrm>
          <a:prstGeom prst="rect">
            <a:avLst/>
          </a:prstGeom>
          <a:noFill/>
        </p:spPr>
        <p:txBody>
          <a:bodyPr wrap="square">
            <a:spAutoFit/>
          </a:bodyPr>
          <a:lstStyle/>
          <a:p>
            <a:pPr>
              <a:defRPr sz="1700"/>
            </a:pPr>
            <a:r>
              <a:t>- AI avatar training using face and voice inputs</a:t>
            </a:r>
          </a:p>
          <a:p>
            <a:r>
              <a:t>- Interview session creation with custom questions</a:t>
            </a:r>
          </a:p>
          <a:p>
            <a:r>
              <a:t>- Candidate registration through unique interview links</a:t>
            </a:r>
          </a:p>
          <a:p>
            <a:r>
              <a:t>- Video and audio response recording during interviews</a:t>
            </a:r>
          </a:p>
          <a:p>
            <a:r>
              <a:t>- Real-time speech-to-text transcription support</a:t>
            </a:r>
          </a:p>
          <a:p>
            <a:r>
              <a:t>- Dashboard with candidate tracking and rankings</a:t>
            </a:r>
          </a:p>
          <a:p>
            <a:r>
              <a:t>- AI-based response analysis for recruiter review</a:t>
            </a:r>
          </a:p>
        </p:txBody>
      </p:sp>
    </p:spTree>
    <p:extLst>
      <p:ext uri="{BB962C8B-B14F-4D97-AF65-F5344CB8AC3E}">
        <p14:creationId xmlns:p14="http://schemas.microsoft.com/office/powerpoint/2010/main" val="2829439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28B8961-0E57-6CF4-6A2E-6E3844CE39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93BF5FA-4F07-3415-25E3-C29F21EF6F96}"/>
              </a:ext>
            </a:extLst>
          </p:cNvPr>
          <p:cNvSpPr>
            <a:spLocks noGrp="1"/>
          </p:cNvSpPr>
          <p:nvPr>
            <p:ph type="title"/>
          </p:nvPr>
        </p:nvSpPr>
        <p:spPr/>
        <p:txBody>
          <a:bodyPr/>
          <a:lstStyle/>
          <a:p>
            <a:r>
              <a:rPr lang="en-IN" dirty="0"/>
              <a:t>Proposed Solution / Idea</a:t>
            </a:r>
          </a:p>
        </p:txBody>
      </p:sp>
      <p:sp>
        <p:nvSpPr>
          <p:cNvPr id="4" name="Slide Number Placeholder 3">
            <a:extLst>
              <a:ext uri="{FF2B5EF4-FFF2-40B4-BE49-F238E27FC236}">
                <a16:creationId xmlns:a16="http://schemas.microsoft.com/office/drawing/2014/main" xmlns="" id="{C588901C-CFCA-5956-3989-DB48B37B9594}"/>
              </a:ext>
            </a:extLst>
          </p:cNvPr>
          <p:cNvSpPr>
            <a:spLocks noGrp="1"/>
          </p:cNvSpPr>
          <p:nvPr>
            <p:ph type="sldNum" sz="quarter" idx="12"/>
          </p:nvPr>
        </p:nvSpPr>
        <p:spPr/>
        <p:txBody>
          <a:bodyPr/>
          <a:lstStyle/>
          <a:p>
            <a:fld id="{2AE043BD-A6AE-4C1D-A00A-77B429796457}" type="slidenum">
              <a:rPr lang="en-IN" smtClean="0"/>
              <a:t>8</a:t>
            </a:fld>
            <a:endParaRPr lang="en-IN"/>
          </a:p>
        </p:txBody>
      </p:sp>
      <p:pic>
        <p:nvPicPr>
          <p:cNvPr id="5" name="Picture 2" descr="Sharda University Logo &amp; Brand Assets (SVG, PNG and vector ...">
            <a:extLst>
              <a:ext uri="{FF2B5EF4-FFF2-40B4-BE49-F238E27FC236}">
                <a16:creationId xmlns:a16="http://schemas.microsoft.com/office/drawing/2014/main" xmlns="" id="{808F960A-289C-591A-BEEA-F0564F0CC1C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7448" b="28737"/>
          <a:stretch>
            <a:fillRect/>
          </a:stretch>
        </p:blipFill>
        <p:spPr bwMode="auto">
          <a:xfrm>
            <a:off x="10248900" y="0"/>
            <a:ext cx="1943100" cy="80128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xmlns="" id="{CF7CB260-476E-D58E-6C85-22C5CE0DCD35}"/>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Problem Statement</a:t>
            </a:r>
            <a:endParaRPr lang="en-IN" dirty="0"/>
          </a:p>
        </p:txBody>
      </p:sp>
      <p:sp>
        <p:nvSpPr>
          <p:cNvPr id="6" name="Slide Number Placeholder 3">
            <a:extLst>
              <a:ext uri="{FF2B5EF4-FFF2-40B4-BE49-F238E27FC236}">
                <a16:creationId xmlns:a16="http://schemas.microsoft.com/office/drawing/2014/main" xmlns="" id="{6CA2909C-E433-498A-659E-70C518245CC7}"/>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AE043BD-A6AE-4C1D-A00A-77B429796457}" type="slidenum">
              <a:rPr lang="en-IN" smtClean="0"/>
              <a:pPr/>
              <a:t>8</a:t>
            </a:fld>
            <a:r>
              <a:rPr lang="en-IN"/>
              <a:t> W</a:t>
            </a:r>
            <a:endParaRPr lang="en-IN" dirty="0"/>
          </a:p>
        </p:txBody>
      </p:sp>
      <p:pic>
        <p:nvPicPr>
          <p:cNvPr id="7" name="Picture 2" descr="Sharda University Logo &amp; Brand Assets (SVG, PNG and vector ...">
            <a:extLst>
              <a:ext uri="{FF2B5EF4-FFF2-40B4-BE49-F238E27FC236}">
                <a16:creationId xmlns:a16="http://schemas.microsoft.com/office/drawing/2014/main" xmlns="" id="{42675280-1BA9-C78D-15BD-C603CC17039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7448" b="28737"/>
          <a:stretch>
            <a:fillRect/>
          </a:stretch>
        </p:blipFill>
        <p:spPr bwMode="auto">
          <a:xfrm>
            <a:off x="10248900" y="0"/>
            <a:ext cx="1943100" cy="801280"/>
          </a:xfrm>
          <a:prstGeom prst="rect">
            <a:avLst/>
          </a:prstGeom>
          <a:noFill/>
          <a:extLst>
            <a:ext uri="{909E8E84-426E-40DD-AFC4-6F175D3DCCD1}">
              <a14:hiddenFill xmlns:a14="http://schemas.microsoft.com/office/drawing/2010/main">
                <a:solidFill>
                  <a:srgbClr val="FFFFFF"/>
                </a:solidFill>
              </a14:hiddenFill>
            </a:ext>
          </a:extLst>
        </p:spPr>
      </p:pic>
      <p:sp useBgFill="1">
        <p:nvSpPr>
          <p:cNvPr id="8" name="Rectangle 7">
            <a:extLst>
              <a:ext uri="{FF2B5EF4-FFF2-40B4-BE49-F238E27FC236}">
                <a16:creationId xmlns:a16="http://schemas.microsoft.com/office/drawing/2014/main" xmlns="" id="{3E0B5CAE-859F-2E56-77C1-EEF4164DD08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xmlns="" id="{1C52D47E-A735-DAB0-DB53-2B7823EA2BFD}"/>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xmlns="" id="{A31126AD-F670-1E1A-0DD5-7E5F8DE779B0}"/>
              </a:ext>
            </a:extLst>
          </p:cNvPr>
          <p:cNvSpPr txBox="1"/>
          <p:nvPr/>
        </p:nvSpPr>
        <p:spPr>
          <a:xfrm>
            <a:off x="3436883" y="367607"/>
            <a:ext cx="5776065" cy="433673"/>
          </a:xfrm>
          <a:prstGeom prst="rect">
            <a:avLst/>
          </a:prstGeom>
        </p:spPr>
        <p:txBody>
          <a:bodyPr vert="horz" lIns="91440" tIns="45720" rIns="91440" bIns="45720" rtlCol="0" anchor="b">
            <a:noAutofit/>
          </a:bodyPr>
          <a:lstStyle/>
          <a:p>
            <a:pPr algn="ctr">
              <a:lnSpc>
                <a:spcPct val="90000"/>
              </a:lnSpc>
              <a:spcBef>
                <a:spcPct val="0"/>
              </a:spcBef>
              <a:spcAft>
                <a:spcPts val="600"/>
              </a:spcAft>
            </a:pPr>
            <a:r>
              <a:rPr lang="en-IN" sz="3200" dirty="0"/>
              <a:t>Implementation Plan / Roadmap</a:t>
            </a:r>
            <a:endParaRPr lang="en-US" sz="3000" b="1" kern="1200" dirty="0">
              <a:solidFill>
                <a:schemeClr val="tx2"/>
              </a:solidFill>
              <a:latin typeface="+mj-lt"/>
              <a:ea typeface="+mj-ea"/>
              <a:cs typeface="+mj-cs"/>
            </a:endParaRPr>
          </a:p>
        </p:txBody>
      </p:sp>
      <p:grpSp>
        <p:nvGrpSpPr>
          <p:cNvPr id="11" name="Group 10">
            <a:extLst>
              <a:ext uri="{FF2B5EF4-FFF2-40B4-BE49-F238E27FC236}">
                <a16:creationId xmlns:a16="http://schemas.microsoft.com/office/drawing/2014/main" xmlns="" id="{4B08DE12-9223-0B45-7844-C8442188B03E}"/>
              </a:ext>
              <a:ext uri="{C183D7F6-B498-43B3-948B-1728B52AA6E4}">
                <adec:decorative xmlns:adec="http://schemas.microsoft.com/office/drawing/2017/decorative" xmlns="" val="1"/>
              </a:ext>
            </a:extLst>
          </p:cNvPr>
          <p:cNvGrpSpPr/>
          <p:nvPr>
            <p:extLst>
              <p:ext uri="{386F3935-93C4-4BCD-93E2-E3B085C9AB24}">
                <p16:designElem xmlns:p16="http://schemas.microsoft.com/office/powerpoint/2015/main" xmlns="" val="1"/>
              </p:ext>
            </p:extLst>
          </p:nvPr>
        </p:nvGrpSpPr>
        <p:grpSpPr>
          <a:xfrm>
            <a:off x="-305" y="-1"/>
            <a:ext cx="3362070" cy="2522848"/>
            <a:chOff x="-305" y="-1"/>
            <a:chExt cx="3832880" cy="2876136"/>
          </a:xfrm>
        </p:grpSpPr>
        <p:sp>
          <p:nvSpPr>
            <p:cNvPr id="12" name="Freeform: Shape 20">
              <a:extLst>
                <a:ext uri="{FF2B5EF4-FFF2-40B4-BE49-F238E27FC236}">
                  <a16:creationId xmlns:a16="http://schemas.microsoft.com/office/drawing/2014/main" xmlns="" id="{C6B389A5-57A1-5BDD-19D5-935489A75D70}"/>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21">
              <a:extLst>
                <a:ext uri="{FF2B5EF4-FFF2-40B4-BE49-F238E27FC236}">
                  <a16:creationId xmlns:a16="http://schemas.microsoft.com/office/drawing/2014/main" xmlns="" id="{D47C928B-E00F-1E52-C717-07A5AAF02563}"/>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22">
              <a:extLst>
                <a:ext uri="{FF2B5EF4-FFF2-40B4-BE49-F238E27FC236}">
                  <a16:creationId xmlns:a16="http://schemas.microsoft.com/office/drawing/2014/main" xmlns="" id="{7CA94AD0-2C13-149F-27C4-C1BF48D92C6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23">
              <a:extLst>
                <a:ext uri="{FF2B5EF4-FFF2-40B4-BE49-F238E27FC236}">
                  <a16:creationId xmlns:a16="http://schemas.microsoft.com/office/drawing/2014/main" xmlns="" id="{81292ABA-6799-0521-BC93-F47A7A14569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6" name="Picture 15" descr="A close-up of a logo&#10;&#10;AI-generated content may be incorrect.">
            <a:extLst>
              <a:ext uri="{FF2B5EF4-FFF2-40B4-BE49-F238E27FC236}">
                <a16:creationId xmlns:a16="http://schemas.microsoft.com/office/drawing/2014/main" xmlns="" id="{52C4D73F-1345-3CA9-C6C5-8928CA105ED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37540" y="193425"/>
            <a:ext cx="2140851" cy="813523"/>
          </a:xfrm>
          <a:prstGeom prst="rect">
            <a:avLst/>
          </a:prstGeom>
        </p:spPr>
      </p:pic>
      <p:sp>
        <p:nvSpPr>
          <p:cNvPr id="17" name="Slide Number Placeholder 3">
            <a:extLst>
              <a:ext uri="{FF2B5EF4-FFF2-40B4-BE49-F238E27FC236}">
                <a16:creationId xmlns:a16="http://schemas.microsoft.com/office/drawing/2014/main" xmlns="" id="{06788EA6-29B6-4A1B-6379-A0B958085489}"/>
              </a:ext>
            </a:extLst>
          </p:cNvPr>
          <p:cNvSpPr txBox="1">
            <a:spLocks/>
          </p:cNvSpPr>
          <p:nvPr/>
        </p:nvSpPr>
        <p:spPr>
          <a:xfrm>
            <a:off x="8610600" y="6356350"/>
            <a:ext cx="2743200" cy="3651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2AE043BD-A6AE-4C1D-A00A-77B429796457}" type="slidenum">
              <a:rPr lang="en-US" smtClean="0"/>
              <a:pPr>
                <a:spcAft>
                  <a:spcPts val="600"/>
                </a:spcAft>
              </a:pPr>
              <a:t>8</a:t>
            </a:fld>
            <a:endParaRPr lang="en-US"/>
          </a:p>
        </p:txBody>
      </p:sp>
      <p:grpSp>
        <p:nvGrpSpPr>
          <p:cNvPr id="18" name="Group 17">
            <a:extLst>
              <a:ext uri="{FF2B5EF4-FFF2-40B4-BE49-F238E27FC236}">
                <a16:creationId xmlns:a16="http://schemas.microsoft.com/office/drawing/2014/main" xmlns="" id="{064AE98E-B324-7FD5-5724-C47113E82591}"/>
              </a:ext>
              <a:ext uri="{C183D7F6-B498-43B3-948B-1728B52AA6E4}">
                <adec:decorative xmlns:adec="http://schemas.microsoft.com/office/drawing/2017/decorative" xmlns="" val="1"/>
              </a:ext>
            </a:extLst>
          </p:cNvPr>
          <p:cNvGrpSpPr/>
          <p:nvPr>
            <p:extLst>
              <p:ext uri="{386F3935-93C4-4BCD-93E2-E3B085C9AB24}">
                <p16:designElem xmlns:p16="http://schemas.microsoft.com/office/powerpoint/2015/main" xmlns="" val="1"/>
              </p:ext>
            </p:extLst>
          </p:nvPr>
        </p:nvGrpSpPr>
        <p:grpSpPr>
          <a:xfrm rot="5400000" flipH="1">
            <a:off x="10186037" y="4852038"/>
            <a:ext cx="2151670" cy="1860256"/>
            <a:chOff x="-305" y="-4155"/>
            <a:chExt cx="2514948" cy="2174333"/>
          </a:xfrm>
        </p:grpSpPr>
        <p:sp>
          <p:nvSpPr>
            <p:cNvPr id="19" name="Freeform: Shape 26">
              <a:extLst>
                <a:ext uri="{FF2B5EF4-FFF2-40B4-BE49-F238E27FC236}">
                  <a16:creationId xmlns:a16="http://schemas.microsoft.com/office/drawing/2014/main" xmlns="" id="{93A260AE-0C5C-4CC3-70C4-9D528AE9D85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27">
              <a:extLst>
                <a:ext uri="{FF2B5EF4-FFF2-40B4-BE49-F238E27FC236}">
                  <a16:creationId xmlns:a16="http://schemas.microsoft.com/office/drawing/2014/main" xmlns="" id="{F824AC28-C4B1-F6B1-6402-A3E6B78AFF7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8">
              <a:extLst>
                <a:ext uri="{FF2B5EF4-FFF2-40B4-BE49-F238E27FC236}">
                  <a16:creationId xmlns:a16="http://schemas.microsoft.com/office/drawing/2014/main" xmlns="" id="{1E9727E5-F04D-5242-381E-4D642EBCFF1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9">
              <a:extLst>
                <a:ext uri="{FF2B5EF4-FFF2-40B4-BE49-F238E27FC236}">
                  <a16:creationId xmlns:a16="http://schemas.microsoft.com/office/drawing/2014/main" xmlns="" id="{E7132A91-975B-8373-609C-1F7963E8D47D}"/>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3" name="Picture 22" descr="A hands holding a light bulb&#10;&#10;AI-generated content may be incorrect.">
            <a:extLst>
              <a:ext uri="{FF2B5EF4-FFF2-40B4-BE49-F238E27FC236}">
                <a16:creationId xmlns:a16="http://schemas.microsoft.com/office/drawing/2014/main" xmlns="" id="{62CCCF5C-DE08-D2D7-6A05-49C3680CB5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3609" y="296223"/>
            <a:ext cx="939800" cy="965200"/>
          </a:xfrm>
          <a:prstGeom prst="rect">
            <a:avLst/>
          </a:prstGeom>
        </p:spPr>
      </p:pic>
      <p:sp>
        <p:nvSpPr>
          <p:cNvPr id="24" name="TextBox 23"/>
          <p:cNvSpPr txBox="1"/>
          <p:nvPr/>
        </p:nvSpPr>
        <p:spPr>
          <a:xfrm>
            <a:off x="1180000" y="1450000"/>
            <a:ext cx="9600000" cy="3900000"/>
          </a:xfrm>
          <a:prstGeom prst="rect">
            <a:avLst/>
          </a:prstGeom>
          <a:noFill/>
        </p:spPr>
        <p:txBody>
          <a:bodyPr wrap="square">
            <a:spAutoFit/>
          </a:bodyPr>
          <a:lstStyle/>
          <a:p>
            <a:pPr>
              <a:defRPr sz="1700"/>
            </a:pPr>
            <a:r>
              <a:t>Phase 1: Build authentication, routing, and core interview session flow</a:t>
            </a:r>
          </a:p>
          <a:p>
            <a:r>
              <a:t>Phase 2: Add AI avatar training with face and voice support</a:t>
            </a:r>
          </a:p>
          <a:p>
            <a:r>
              <a:t>Phase 3: Integrate response recording and speech transcription modules</a:t>
            </a:r>
          </a:p>
          <a:p>
            <a:r>
              <a:t>Phase 4: Improve candidate scoring, analytics, and recruiter dashboard insights</a:t>
            </a:r>
          </a:p>
          <a:p>
            <a:r>
              <a:t>Phase 5: Extend with integrations, stronger security, and production deployment</a:t>
            </a:r>
          </a:p>
        </p:txBody>
      </p:sp>
    </p:spTree>
    <p:extLst>
      <p:ext uri="{BB962C8B-B14F-4D97-AF65-F5344CB8AC3E}">
        <p14:creationId xmlns:p14="http://schemas.microsoft.com/office/powerpoint/2010/main" val="1122582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E58B3AE-D78E-2DFA-3544-ACC07E1F4CA9}"/>
              </a:ext>
            </a:extLst>
          </p:cNvPr>
          <p:cNvSpPr>
            <a:spLocks noGrp="1"/>
          </p:cNvSpPr>
          <p:nvPr>
            <p:ph type="title"/>
          </p:nvPr>
        </p:nvSpPr>
        <p:spPr/>
        <p:txBody>
          <a:bodyPr/>
          <a:lstStyle/>
          <a:p>
            <a:r>
              <a:rPr lang="en-US" dirty="0"/>
              <a:t>Guidelines</a:t>
            </a:r>
            <a:endParaRPr lang="en-IN" dirty="0"/>
          </a:p>
        </p:txBody>
      </p:sp>
      <p:sp>
        <p:nvSpPr>
          <p:cNvPr id="4" name="Slide Number Placeholder 3">
            <a:extLst>
              <a:ext uri="{FF2B5EF4-FFF2-40B4-BE49-F238E27FC236}">
                <a16:creationId xmlns:a16="http://schemas.microsoft.com/office/drawing/2014/main" xmlns="" id="{7DD390EE-1A10-9044-4D2A-E79878422CD2}"/>
              </a:ext>
            </a:extLst>
          </p:cNvPr>
          <p:cNvSpPr>
            <a:spLocks noGrp="1"/>
          </p:cNvSpPr>
          <p:nvPr>
            <p:ph type="sldNum" sz="quarter" idx="12"/>
          </p:nvPr>
        </p:nvSpPr>
        <p:spPr/>
        <p:txBody>
          <a:bodyPr/>
          <a:lstStyle/>
          <a:p>
            <a:fld id="{2AE043BD-A6AE-4C1D-A00A-77B429796457}" type="slidenum">
              <a:rPr lang="en-IN" smtClean="0"/>
              <a:t>9</a:t>
            </a:fld>
            <a:endParaRPr lang="en-IN"/>
          </a:p>
        </p:txBody>
      </p:sp>
      <p:sp>
        <p:nvSpPr>
          <p:cNvPr id="6" name="Rectangle 2">
            <a:extLst>
              <a:ext uri="{FF2B5EF4-FFF2-40B4-BE49-F238E27FC236}">
                <a16:creationId xmlns:a16="http://schemas.microsoft.com/office/drawing/2014/main" xmlns="" id="{192C1A7F-F8E0-0AFD-7993-6C1FDECBCAB1}"/>
              </a:ext>
            </a:extLst>
          </p:cNvPr>
          <p:cNvSpPr>
            <a:spLocks noGrp="1" noChangeArrowheads="1"/>
          </p:cNvSpPr>
          <p:nvPr>
            <p:ph idx="1"/>
          </p:nvPr>
        </p:nvSpPr>
        <p:spPr bwMode="auto">
          <a:xfrm>
            <a:off x="739876" y="1320997"/>
            <a:ext cx="11029335" cy="5035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mj-lt"/>
              </a:rPr>
              <a:t>Participants must </a:t>
            </a:r>
            <a:r>
              <a:rPr kumimoji="0" lang="en-US" altLang="en-US" sz="1800" b="1" i="0" u="none" strike="noStrike" cap="none" normalizeH="0" baseline="0" dirty="0">
                <a:ln>
                  <a:noFill/>
                </a:ln>
                <a:solidFill>
                  <a:schemeClr val="tx1"/>
                </a:solidFill>
                <a:effectLst/>
                <a:latin typeface="+mj-lt"/>
              </a:rPr>
              <a:t>use the official PPT template</a:t>
            </a:r>
            <a:r>
              <a:rPr kumimoji="0" lang="en-US" altLang="en-US" sz="1800" b="0" i="0" u="none" strike="noStrike" cap="none" normalizeH="0" baseline="0" dirty="0">
                <a:ln>
                  <a:noFill/>
                </a:ln>
                <a:solidFill>
                  <a:schemeClr val="tx1"/>
                </a:solidFill>
                <a:effectLst/>
                <a:latin typeface="+mj-lt"/>
              </a:rPr>
              <a:t> provided by the organizing committee for idea submission.</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mj-lt"/>
              </a:rPr>
              <a:t>The presentation should be </a:t>
            </a:r>
            <a:r>
              <a:rPr kumimoji="0" lang="en-US" altLang="en-US" sz="1800" b="1" i="0" u="none" strike="noStrike" cap="none" normalizeH="0" baseline="0" dirty="0">
                <a:ln>
                  <a:noFill/>
                </a:ln>
                <a:solidFill>
                  <a:schemeClr val="tx1"/>
                </a:solidFill>
                <a:effectLst/>
                <a:latin typeface="+mj-lt"/>
              </a:rPr>
              <a:t>clear, well-structured, and limited to the recommended number of slides</a:t>
            </a:r>
            <a:r>
              <a:rPr kumimoji="0" lang="en-US" altLang="en-US" sz="1800" b="0" i="0" u="none" strike="noStrike" cap="none" normalizeH="0" baseline="0" dirty="0">
                <a:ln>
                  <a:noFill/>
                </a:ln>
                <a:solidFill>
                  <a:schemeClr val="tx1"/>
                </a:solidFill>
                <a:effectLst/>
                <a:latin typeface="+mj-lt"/>
              </a:rPr>
              <a:t> mentioned in the template.</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mj-lt"/>
              </a:rPr>
              <a:t>Teams must ensure that </a:t>
            </a:r>
            <a:r>
              <a:rPr kumimoji="0" lang="en-US" altLang="en-US" sz="1800" b="1" i="0" u="none" strike="noStrike" cap="none" normalizeH="0" baseline="0" dirty="0">
                <a:ln>
                  <a:noFill/>
                </a:ln>
                <a:solidFill>
                  <a:schemeClr val="tx1"/>
                </a:solidFill>
                <a:effectLst/>
                <a:latin typeface="+mj-lt"/>
              </a:rPr>
              <a:t>all required sections are properly included</a:t>
            </a:r>
            <a:r>
              <a:rPr kumimoji="0" lang="en-US" altLang="en-US" sz="1800" b="0" i="0" u="none" strike="noStrike" cap="none" normalizeH="0" baseline="0" dirty="0">
                <a:ln>
                  <a:noFill/>
                </a:ln>
                <a:solidFill>
                  <a:schemeClr val="tx1"/>
                </a:solidFill>
                <a:effectLst/>
                <a:latin typeface="+mj-lt"/>
              </a:rPr>
              <a:t> in the presentation.</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mj-lt"/>
              </a:rPr>
              <a:t>The content of the PPT must be </a:t>
            </a:r>
            <a:r>
              <a:rPr kumimoji="0" lang="en-US" altLang="en-US" sz="1800" b="1" i="0" u="none" strike="noStrike" cap="none" normalizeH="0" baseline="0" dirty="0">
                <a:ln>
                  <a:noFill/>
                </a:ln>
                <a:solidFill>
                  <a:schemeClr val="tx1"/>
                </a:solidFill>
                <a:effectLst/>
                <a:latin typeface="+mj-lt"/>
              </a:rPr>
              <a:t>original and created by the team members</a:t>
            </a:r>
            <a:r>
              <a:rPr kumimoji="0" lang="en-US" altLang="en-US" sz="1800" b="0" i="0" u="none" strike="noStrike" cap="none" normalizeH="0" baseline="0" dirty="0">
                <a:ln>
                  <a:noFill/>
                </a:ln>
                <a:solidFill>
                  <a:schemeClr val="tx1"/>
                </a:solidFill>
                <a:effectLst/>
                <a:latin typeface="+mj-lt"/>
              </a:rPr>
              <a:t>. Any form of plagiarism may lead to disqualification.</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mj-lt"/>
              </a:rPr>
              <a:t>Use </a:t>
            </a:r>
            <a:r>
              <a:rPr kumimoji="0" lang="en-US" altLang="en-US" sz="1800" b="1" i="0" u="none" strike="noStrike" cap="none" normalizeH="0" baseline="0" dirty="0">
                <a:ln>
                  <a:noFill/>
                </a:ln>
                <a:solidFill>
                  <a:schemeClr val="tx1"/>
                </a:solidFill>
                <a:effectLst/>
                <a:latin typeface="+mj-lt"/>
              </a:rPr>
              <a:t>readable fonts, proper headings, and relevant visuals (charts, diagrams, flowcharts)</a:t>
            </a:r>
            <a:r>
              <a:rPr kumimoji="0" lang="en-US" altLang="en-US" sz="1800" b="0" i="0" u="none" strike="noStrike" cap="none" normalizeH="0" baseline="0" dirty="0">
                <a:ln>
                  <a:noFill/>
                </a:ln>
                <a:solidFill>
                  <a:schemeClr val="tx1"/>
                </a:solidFill>
                <a:effectLst/>
                <a:latin typeface="+mj-lt"/>
              </a:rPr>
              <a:t> to explain the idea effectively.</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mj-lt"/>
              </a:rPr>
              <a:t>The PPT file should be submitted in </a:t>
            </a:r>
            <a:r>
              <a:rPr kumimoji="0" lang="en-US" altLang="en-US" sz="1800" b="1" i="0" u="none" strike="noStrike" cap="none" normalizeH="0" baseline="0" dirty="0">
                <a:ln>
                  <a:noFill/>
                </a:ln>
                <a:solidFill>
                  <a:schemeClr val="tx1"/>
                </a:solidFill>
                <a:effectLst/>
                <a:latin typeface="+mj-lt"/>
              </a:rPr>
              <a:t>.pptx or .pdf format</a:t>
            </a:r>
            <a:r>
              <a:rPr kumimoji="0" lang="en-US" altLang="en-US" sz="1800" b="0" i="0" u="none" strike="noStrike" cap="none" normalizeH="0" baseline="0" dirty="0">
                <a:ln>
                  <a:noFill/>
                </a:ln>
                <a:solidFill>
                  <a:schemeClr val="tx1"/>
                </a:solidFill>
                <a:effectLst/>
                <a:latin typeface="+mj-lt"/>
              </a:rPr>
              <a:t> using the prescribed </a:t>
            </a:r>
            <a:r>
              <a:rPr kumimoji="0" lang="en-US" altLang="en-US" sz="1800" b="1" i="0" u="none" strike="noStrike" cap="none" normalizeH="0" baseline="0" dirty="0">
                <a:ln>
                  <a:noFill/>
                </a:ln>
                <a:solidFill>
                  <a:schemeClr val="tx1"/>
                </a:solidFill>
                <a:effectLst/>
                <a:latin typeface="+mj-lt"/>
              </a:rPr>
              <a:t>file naming convention (</a:t>
            </a:r>
            <a:r>
              <a:rPr kumimoji="0" lang="en-US" altLang="en-US" sz="1800" b="1" i="0" u="none" strike="noStrike" cap="none" normalizeH="0" baseline="0" dirty="0" err="1">
                <a:ln>
                  <a:noFill/>
                </a:ln>
                <a:solidFill>
                  <a:schemeClr val="tx1"/>
                </a:solidFill>
                <a:effectLst/>
                <a:latin typeface="+mj-lt"/>
              </a:rPr>
              <a:t>TeamName_ProjectTitle</a:t>
            </a:r>
            <a:r>
              <a:rPr kumimoji="0" lang="en-US" altLang="en-US" sz="1800" b="1" i="0" u="none" strike="noStrike" cap="none" normalizeH="0" baseline="0" dirty="0">
                <a:ln>
                  <a:noFill/>
                </a:ln>
                <a:solidFill>
                  <a:schemeClr val="tx1"/>
                </a:solidFill>
                <a:effectLst/>
                <a:latin typeface="+mj-lt"/>
              </a:rPr>
              <a:t>)</a:t>
            </a:r>
            <a:r>
              <a:rPr kumimoji="0" lang="en-US" altLang="en-US" sz="1800" b="0" i="0" u="none" strike="noStrike" cap="none" normalizeH="0" baseline="0" dirty="0">
                <a:ln>
                  <a:noFill/>
                </a:ln>
                <a:solidFill>
                  <a:schemeClr val="tx1"/>
                </a:solidFill>
                <a:effectLst/>
                <a:latin typeface="+mj-lt"/>
              </a:rPr>
              <a:t>.</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mj-lt"/>
              </a:rPr>
              <a:t>Teams must ensure that </a:t>
            </a:r>
            <a:r>
              <a:rPr kumimoji="0" lang="en-US" altLang="en-US" sz="1800" b="1" i="0" u="none" strike="noStrike" cap="none" normalizeH="0" baseline="0" dirty="0">
                <a:ln>
                  <a:noFill/>
                </a:ln>
                <a:solidFill>
                  <a:schemeClr val="tx1"/>
                </a:solidFill>
                <a:effectLst/>
                <a:latin typeface="+mj-lt"/>
              </a:rPr>
              <a:t>all information provided in the presentation is accurate and relevant</a:t>
            </a:r>
            <a:r>
              <a:rPr kumimoji="0" lang="en-US" altLang="en-US" sz="1800" b="0" i="0" u="none" strike="noStrike" cap="none" normalizeH="0" baseline="0" dirty="0">
                <a:ln>
                  <a:noFill/>
                </a:ln>
                <a:solidFill>
                  <a:schemeClr val="tx1"/>
                </a:solidFill>
                <a:effectLst/>
                <a:latin typeface="+mj-lt"/>
              </a:rPr>
              <a:t> to the selected hackathon theme.</a:t>
            </a:r>
          </a:p>
        </p:txBody>
      </p:sp>
    </p:spTree>
    <p:extLst>
      <p:ext uri="{BB962C8B-B14F-4D97-AF65-F5344CB8AC3E}">
        <p14:creationId xmlns:p14="http://schemas.microsoft.com/office/powerpoint/2010/main" val="8403024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288</Words>
  <Application>Microsoft Office PowerPoint</Application>
  <PresentationFormat>Custom</PresentationFormat>
  <Paragraphs>60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Problem Statement</vt:lpstr>
      <vt:lpstr>Proposed Solution / Idea</vt:lpstr>
      <vt:lpstr>Proposed Solution / Idea</vt:lpstr>
      <vt:lpstr>Proposed Solution / Idea</vt:lpstr>
      <vt:lpstr>Proposed Solution / Idea</vt:lpstr>
      <vt:lpstr>Proposed Solution / Idea</vt:lpstr>
      <vt:lpstr>Guidelines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khushwant virdi</dc:creator>
  <cp:lastModifiedBy>admin</cp:lastModifiedBy>
  <cp:revision>4</cp:revision>
  <dcterms:created xsi:type="dcterms:W3CDTF">2025-09-03T04:31:11Z</dcterms:created>
  <dcterms:modified xsi:type="dcterms:W3CDTF">2026-03-13T11:57:06Z</dcterms:modified>
</cp:coreProperties>
</file>